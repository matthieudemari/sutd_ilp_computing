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418" r:id="rId3"/>
    <p:sldId id="419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417" r:id="rId18"/>
    <p:sldId id="420" r:id="rId19"/>
    <p:sldId id="384" r:id="rId20"/>
    <p:sldId id="385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C75047-2E93-4DB6-82AD-0C8B986CA1FF}">
          <p14:sldIdLst>
            <p14:sldId id="418"/>
            <p14:sldId id="419"/>
          </p14:sldIdLst>
        </p14:section>
        <p14:section name="Opening text files" id="{E51D1798-CA58-4F9D-9737-755BCDB84F41}">
          <p14:sldIdLst>
            <p14:sldId id="368"/>
            <p14:sldId id="369"/>
            <p14:sldId id="370"/>
            <p14:sldId id="371"/>
            <p14:sldId id="372"/>
          </p14:sldIdLst>
        </p14:section>
        <p14:section name="Operation on files" id="{92424A2E-C7B8-4025-B7CD-764835752856}">
          <p14:sldIdLst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417"/>
          </p14:sldIdLst>
        </p14:section>
        <p14:section name="Quiz" id="{9CD1E84C-BEE3-4257-8F1D-C19B20277771}">
          <p14:sldIdLst>
            <p14:sldId id="420"/>
            <p14:sldId id="384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49BC080B-741A-4F13-925F-5E9414C4D0B5}"/>
    <pc:docChg chg="modSld">
      <pc:chgData name="Matthieu De Mari" userId="dfb708c9-d8dc-439f-9a3b-c772bf4a311c" providerId="ADAL" clId="{49BC080B-741A-4F13-925F-5E9414C4D0B5}" dt="2025-08-29T07:42:45.499" v="5" actId="20577"/>
      <pc:docMkLst>
        <pc:docMk/>
      </pc:docMkLst>
      <pc:sldChg chg="modSp mod">
        <pc:chgData name="Matthieu De Mari" userId="dfb708c9-d8dc-439f-9a3b-c772bf4a311c" providerId="ADAL" clId="{49BC080B-741A-4F13-925F-5E9414C4D0B5}" dt="2025-08-29T07:42:37.588" v="1" actId="20577"/>
        <pc:sldMkLst>
          <pc:docMk/>
          <pc:sldMk cId="3921201318" sldId="418"/>
        </pc:sldMkLst>
        <pc:spChg chg="mod">
          <ac:chgData name="Matthieu De Mari" userId="dfb708c9-d8dc-439f-9a3b-c772bf4a311c" providerId="ADAL" clId="{49BC080B-741A-4F13-925F-5E9414C4D0B5}" dt="2025-08-29T07:42:37.588" v="1" actId="20577"/>
          <ac:spMkLst>
            <pc:docMk/>
            <pc:sldMk cId="3921201318" sldId="41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49BC080B-741A-4F13-925F-5E9414C4D0B5}" dt="2025-08-29T07:42:40.634" v="3" actId="20577"/>
        <pc:sldMkLst>
          <pc:docMk/>
          <pc:sldMk cId="3792523604" sldId="419"/>
        </pc:sldMkLst>
        <pc:spChg chg="mod">
          <ac:chgData name="Matthieu De Mari" userId="dfb708c9-d8dc-439f-9a3b-c772bf4a311c" providerId="ADAL" clId="{49BC080B-741A-4F13-925F-5E9414C4D0B5}" dt="2025-08-29T07:42:40.634" v="3" actId="20577"/>
          <ac:spMkLst>
            <pc:docMk/>
            <pc:sldMk cId="3792523604" sldId="41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49BC080B-741A-4F13-925F-5E9414C4D0B5}" dt="2025-08-29T07:42:45.499" v="5" actId="20577"/>
        <pc:sldMkLst>
          <pc:docMk/>
          <pc:sldMk cId="655284068" sldId="420"/>
        </pc:sldMkLst>
        <pc:spChg chg="mod">
          <ac:chgData name="Matthieu De Mari" userId="dfb708c9-d8dc-439f-9a3b-c772bf4a311c" providerId="ADAL" clId="{49BC080B-741A-4F13-925F-5E9414C4D0B5}" dt="2025-08-29T07:42:45.499" v="5" actId="20577"/>
          <ac:spMkLst>
            <pc:docMk/>
            <pc:sldMk cId="655284068" sldId="420"/>
            <ac:spMk id="2" creationId="{36455CD4-C125-BF3E-C5A1-966F66716BD8}"/>
          </ac:spMkLst>
        </pc:spChg>
      </pc:sldChg>
    </pc:docChg>
  </pc:docChgLst>
  <pc:docChgLst>
    <pc:chgData name="Matthieu De Mari" userId="dfb708c9-d8dc-439f-9a3b-c772bf4a311c" providerId="ADAL" clId="{387C0E8C-EF1A-447F-8781-A84BE832AD69}"/>
    <pc:docChg chg="undo redo custSel addSld delSld modSld sldOrd addSection delSection modSection">
      <pc:chgData name="Matthieu De Mari" userId="dfb708c9-d8dc-439f-9a3b-c772bf4a311c" providerId="ADAL" clId="{387C0E8C-EF1A-447F-8781-A84BE832AD69}" dt="2024-11-27T01:48:23.646" v="4654" actId="20577"/>
      <pc:docMkLst>
        <pc:docMk/>
      </pc:docMkLst>
      <pc:sldChg chg="new del">
        <pc:chgData name="Matthieu De Mari" userId="dfb708c9-d8dc-439f-9a3b-c772bf4a311c" providerId="ADAL" clId="{387C0E8C-EF1A-447F-8781-A84BE832AD69}" dt="2024-11-26T09:06:00.910" v="4125" actId="47"/>
        <pc:sldMkLst>
          <pc:docMk/>
          <pc:sldMk cId="3915155020" sldId="256"/>
        </pc:sldMkLst>
      </pc:sldChg>
      <pc:sldChg chg="add del ord">
        <pc:chgData name="Matthieu De Mari" userId="dfb708c9-d8dc-439f-9a3b-c772bf4a311c" providerId="ADAL" clId="{387C0E8C-EF1A-447F-8781-A84BE832AD69}" dt="2024-11-26T04:09:57.459" v="532" actId="47"/>
        <pc:sldMkLst>
          <pc:docMk/>
          <pc:sldMk cId="2604173101" sldId="274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4070470876" sldId="282"/>
        </pc:sldMkLst>
      </pc:sldChg>
      <pc:sldChg chg="add del ord">
        <pc:chgData name="Matthieu De Mari" userId="dfb708c9-d8dc-439f-9a3b-c772bf4a311c" providerId="ADAL" clId="{387C0E8C-EF1A-447F-8781-A84BE832AD69}" dt="2024-11-26T04:09:44.263" v="530" actId="47"/>
        <pc:sldMkLst>
          <pc:docMk/>
          <pc:sldMk cId="1211221118" sldId="283"/>
        </pc:sldMkLst>
      </pc:sldChg>
      <pc:sldChg chg="modSp add del mod ord">
        <pc:chgData name="Matthieu De Mari" userId="dfb708c9-d8dc-439f-9a3b-c772bf4a311c" providerId="ADAL" clId="{387C0E8C-EF1A-447F-8781-A84BE832AD69}" dt="2024-11-26T04:09:48.464" v="531" actId="47"/>
        <pc:sldMkLst>
          <pc:docMk/>
          <pc:sldMk cId="2996180563" sldId="284"/>
        </pc:sldMkLst>
      </pc:sldChg>
      <pc:sldChg chg="modSp add del mod ord">
        <pc:chgData name="Matthieu De Mari" userId="dfb708c9-d8dc-439f-9a3b-c772bf4a311c" providerId="ADAL" clId="{387C0E8C-EF1A-447F-8781-A84BE832AD69}" dt="2024-11-26T04:09:30.004" v="528"/>
        <pc:sldMkLst>
          <pc:docMk/>
          <pc:sldMk cId="933188565" sldId="285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2044586360" sldId="286"/>
        </pc:sldMkLst>
      </pc:sldChg>
      <pc:sldChg chg="add del ord">
        <pc:chgData name="Matthieu De Mari" userId="dfb708c9-d8dc-439f-9a3b-c772bf4a311c" providerId="ADAL" clId="{387C0E8C-EF1A-447F-8781-A84BE832AD69}" dt="2024-11-26T04:09:30.004" v="528"/>
        <pc:sldMkLst>
          <pc:docMk/>
          <pc:sldMk cId="998671415" sldId="288"/>
        </pc:sldMkLst>
      </pc:sldChg>
      <pc:sldChg chg="modSp add mod">
        <pc:chgData name="Matthieu De Mari" userId="dfb708c9-d8dc-439f-9a3b-c772bf4a311c" providerId="ADAL" clId="{387C0E8C-EF1A-447F-8781-A84BE832AD69}" dt="2024-11-26T04:00:56.722" v="144" actId="20577"/>
        <pc:sldMkLst>
          <pc:docMk/>
          <pc:sldMk cId="2463631046" sldId="289"/>
        </pc:sldMkLst>
      </pc:sldChg>
      <pc:sldChg chg="modSp mod">
        <pc:chgData name="Matthieu De Mari" userId="dfb708c9-d8dc-439f-9a3b-c772bf4a311c" providerId="ADAL" clId="{387C0E8C-EF1A-447F-8781-A84BE832AD69}" dt="2024-11-26T04:11:31.722" v="553" actId="20577"/>
        <pc:sldMkLst>
          <pc:docMk/>
          <pc:sldMk cId="2778201042" sldId="295"/>
        </pc:sldMkLst>
      </pc:sldChg>
      <pc:sldChg chg="modSp mod">
        <pc:chgData name="Matthieu De Mari" userId="dfb708c9-d8dc-439f-9a3b-c772bf4a311c" providerId="ADAL" clId="{387C0E8C-EF1A-447F-8781-A84BE832AD69}" dt="2024-11-26T04:11:42.304" v="556" actId="20577"/>
        <pc:sldMkLst>
          <pc:docMk/>
          <pc:sldMk cId="492423640" sldId="297"/>
        </pc:sldMkLst>
      </pc:sldChg>
      <pc:sldChg chg="modSp add mod">
        <pc:chgData name="Matthieu De Mari" userId="dfb708c9-d8dc-439f-9a3b-c772bf4a311c" providerId="ADAL" clId="{387C0E8C-EF1A-447F-8781-A84BE832AD69}" dt="2024-11-26T04:02:40.292" v="398" actId="5793"/>
        <pc:sldMkLst>
          <pc:docMk/>
          <pc:sldMk cId="2818159175" sldId="316"/>
        </pc:sldMkLst>
      </pc:sldChg>
      <pc:sldChg chg="add del ord">
        <pc:chgData name="Matthieu De Mari" userId="dfb708c9-d8dc-439f-9a3b-c772bf4a311c" providerId="ADAL" clId="{387C0E8C-EF1A-447F-8781-A84BE832AD69}" dt="2024-11-26T04:07:56.079" v="513" actId="47"/>
        <pc:sldMkLst>
          <pc:docMk/>
          <pc:sldMk cId="4224332332" sldId="318"/>
        </pc:sldMkLst>
      </pc:sldChg>
      <pc:sldChg chg="addSp modSp add ord">
        <pc:chgData name="Matthieu De Mari" userId="dfb708c9-d8dc-439f-9a3b-c772bf4a311c" providerId="ADAL" clId="{387C0E8C-EF1A-447F-8781-A84BE832AD69}" dt="2024-11-26T04:08:03.125" v="517"/>
        <pc:sldMkLst>
          <pc:docMk/>
          <pc:sldMk cId="2981365537" sldId="319"/>
        </pc:sldMkLst>
      </pc:sldChg>
      <pc:sldChg chg="add ord">
        <pc:chgData name="Matthieu De Mari" userId="dfb708c9-d8dc-439f-9a3b-c772bf4a311c" providerId="ADAL" clId="{387C0E8C-EF1A-447F-8781-A84BE832AD69}" dt="2024-11-26T04:08:02.086" v="515"/>
        <pc:sldMkLst>
          <pc:docMk/>
          <pc:sldMk cId="1117675551" sldId="320"/>
        </pc:sldMkLst>
      </pc:sldChg>
      <pc:sldChg chg="modSp add mod">
        <pc:chgData name="Matthieu De Mari" userId="dfb708c9-d8dc-439f-9a3b-c772bf4a311c" providerId="ADAL" clId="{387C0E8C-EF1A-447F-8781-A84BE832AD69}" dt="2024-11-26T04:03:08.592" v="444" actId="20577"/>
        <pc:sldMkLst>
          <pc:docMk/>
          <pc:sldMk cId="3214453362" sldId="321"/>
        </pc:sldMkLst>
      </pc:sldChg>
      <pc:sldChg chg="modSp add mod">
        <pc:chgData name="Matthieu De Mari" userId="dfb708c9-d8dc-439f-9a3b-c772bf4a311c" providerId="ADAL" clId="{387C0E8C-EF1A-447F-8781-A84BE832AD69}" dt="2024-11-26T04:03:17.931" v="446" actId="20577"/>
        <pc:sldMkLst>
          <pc:docMk/>
          <pc:sldMk cId="512493369" sldId="322"/>
        </pc:sldMkLst>
      </pc:sldChg>
      <pc:sldChg chg="addSp modSp add mod">
        <pc:chgData name="Matthieu De Mari" userId="dfb708c9-d8dc-439f-9a3b-c772bf4a311c" providerId="ADAL" clId="{387C0E8C-EF1A-447F-8781-A84BE832AD69}" dt="2024-11-26T04:06:08.287" v="511" actId="1037"/>
        <pc:sldMkLst>
          <pc:docMk/>
          <pc:sldMk cId="223592350" sldId="323"/>
        </pc:sldMkLst>
      </pc:sldChg>
      <pc:sldChg chg="add del">
        <pc:chgData name="Matthieu De Mari" userId="dfb708c9-d8dc-439f-9a3b-c772bf4a311c" providerId="ADAL" clId="{387C0E8C-EF1A-447F-8781-A84BE832AD69}" dt="2024-11-26T04:04:41.622" v="476" actId="47"/>
        <pc:sldMkLst>
          <pc:docMk/>
          <pc:sldMk cId="599813352" sldId="324"/>
        </pc:sldMkLst>
      </pc:sldChg>
      <pc:sldChg chg="modSp mod ord">
        <pc:chgData name="Matthieu De Mari" userId="dfb708c9-d8dc-439f-9a3b-c772bf4a311c" providerId="ADAL" clId="{387C0E8C-EF1A-447F-8781-A84BE832AD69}" dt="2024-11-26T04:10:32.274" v="536"/>
        <pc:sldMkLst>
          <pc:docMk/>
          <pc:sldMk cId="1314008406" sldId="324"/>
        </pc:sldMkLst>
      </pc:sldChg>
      <pc:sldChg chg="addSp delSp modSp new mod">
        <pc:chgData name="Matthieu De Mari" userId="dfb708c9-d8dc-439f-9a3b-c772bf4a311c" providerId="ADAL" clId="{387C0E8C-EF1A-447F-8781-A84BE832AD69}" dt="2024-11-26T04:24:50.099" v="988" actId="14100"/>
        <pc:sldMkLst>
          <pc:docMk/>
          <pc:sldMk cId="2026378505" sldId="368"/>
        </pc:sldMkLst>
      </pc:sldChg>
      <pc:sldChg chg="addSp delSp modSp new mod">
        <pc:chgData name="Matthieu De Mari" userId="dfb708c9-d8dc-439f-9a3b-c772bf4a311c" providerId="ADAL" clId="{387C0E8C-EF1A-447F-8781-A84BE832AD69}" dt="2024-11-27T01:48:23.646" v="4654" actId="20577"/>
        <pc:sldMkLst>
          <pc:docMk/>
          <pc:sldMk cId="3053125722" sldId="369"/>
        </pc:sldMkLst>
      </pc:sldChg>
      <pc:sldChg chg="modSp add mod">
        <pc:chgData name="Matthieu De Mari" userId="dfb708c9-d8dc-439f-9a3b-c772bf4a311c" providerId="ADAL" clId="{387C0E8C-EF1A-447F-8781-A84BE832AD69}" dt="2024-11-26T04:29:40.182" v="1556" actId="20577"/>
        <pc:sldMkLst>
          <pc:docMk/>
          <pc:sldMk cId="2030769969" sldId="370"/>
        </pc:sldMkLst>
      </pc:sldChg>
      <pc:sldChg chg="modSp add mod">
        <pc:chgData name="Matthieu De Mari" userId="dfb708c9-d8dc-439f-9a3b-c772bf4a311c" providerId="ADAL" clId="{387C0E8C-EF1A-447F-8781-A84BE832AD69}" dt="2024-11-26T04:30:21.660" v="1700" actId="5793"/>
        <pc:sldMkLst>
          <pc:docMk/>
          <pc:sldMk cId="1585595049" sldId="371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4:34:49.862" v="1828" actId="20577"/>
        <pc:sldMkLst>
          <pc:docMk/>
          <pc:sldMk cId="70318656" sldId="372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17:13.878" v="2066" actId="14100"/>
        <pc:sldMkLst>
          <pc:docMk/>
          <pc:sldMk cId="1489136305" sldId="373"/>
        </pc:sldMkLst>
      </pc:sldChg>
      <pc:sldChg chg="addSp delSp modSp add mod">
        <pc:chgData name="Matthieu De Mari" userId="dfb708c9-d8dc-439f-9a3b-c772bf4a311c" providerId="ADAL" clId="{387C0E8C-EF1A-447F-8781-A84BE832AD69}" dt="2024-11-26T08:19:24.490" v="2250" actId="14100"/>
        <pc:sldMkLst>
          <pc:docMk/>
          <pc:sldMk cId="212002069" sldId="374"/>
        </pc:sldMkLst>
      </pc:sldChg>
      <pc:sldChg chg="addSp delSp modSp add mod modClrScheme chgLayout">
        <pc:chgData name="Matthieu De Mari" userId="dfb708c9-d8dc-439f-9a3b-c772bf4a311c" providerId="ADAL" clId="{387C0E8C-EF1A-447F-8781-A84BE832AD69}" dt="2024-11-26T08:23:45.833" v="2596" actId="1076"/>
        <pc:sldMkLst>
          <pc:docMk/>
          <pc:sldMk cId="2963649837" sldId="375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27:53.642" v="3022" actId="20577"/>
        <pc:sldMkLst>
          <pc:docMk/>
          <pc:sldMk cId="1417135322" sldId="376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30:35.562" v="3256" actId="2711"/>
        <pc:sldMkLst>
          <pc:docMk/>
          <pc:sldMk cId="2597165127" sldId="377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8:37:30.807" v="3388" actId="1076"/>
        <pc:sldMkLst>
          <pc:docMk/>
          <pc:sldMk cId="1184598003" sldId="378"/>
        </pc:sldMkLst>
      </pc:sldChg>
      <pc:sldChg chg="addSp delSp modSp add mod">
        <pc:chgData name="Matthieu De Mari" userId="dfb708c9-d8dc-439f-9a3b-c772bf4a311c" providerId="ADAL" clId="{387C0E8C-EF1A-447F-8781-A84BE832AD69}" dt="2024-11-26T08:40:21.509" v="3526" actId="6549"/>
        <pc:sldMkLst>
          <pc:docMk/>
          <pc:sldMk cId="923049835" sldId="379"/>
        </pc:sldMkLst>
      </pc:sldChg>
      <pc:sldChg chg="addSp delSp modSp add mod modClrScheme chgLayout">
        <pc:chgData name="Matthieu De Mari" userId="dfb708c9-d8dc-439f-9a3b-c772bf4a311c" providerId="ADAL" clId="{387C0E8C-EF1A-447F-8781-A84BE832AD69}" dt="2024-11-26T08:41:47.101" v="3846" actId="20577"/>
        <pc:sldMkLst>
          <pc:docMk/>
          <pc:sldMk cId="3930099768" sldId="380"/>
        </pc:sldMkLst>
      </pc:sldChg>
      <pc:sldChg chg="addSp modSp add mod ord setBg modAnim">
        <pc:chgData name="Matthieu De Mari" userId="dfb708c9-d8dc-439f-9a3b-c772bf4a311c" providerId="ADAL" clId="{387C0E8C-EF1A-447F-8781-A84BE832AD69}" dt="2024-11-26T09:03:13.663" v="3952"/>
        <pc:sldMkLst>
          <pc:docMk/>
          <pc:sldMk cId="2129565512" sldId="381"/>
        </pc:sldMkLst>
      </pc:sldChg>
      <pc:sldChg chg="addSp modSp add mod setBg modAnim">
        <pc:chgData name="Matthieu De Mari" userId="dfb708c9-d8dc-439f-9a3b-c772bf4a311c" providerId="ADAL" clId="{387C0E8C-EF1A-447F-8781-A84BE832AD69}" dt="2024-11-26T09:03:52.994" v="4003"/>
        <pc:sldMkLst>
          <pc:docMk/>
          <pc:sldMk cId="330376883" sldId="382"/>
        </pc:sldMkLst>
      </pc:sldChg>
      <pc:sldChg chg="addSp modSp add mod setBg modAnim">
        <pc:chgData name="Matthieu De Mari" userId="dfb708c9-d8dc-439f-9a3b-c772bf4a311c" providerId="ADAL" clId="{387C0E8C-EF1A-447F-8781-A84BE832AD69}" dt="2024-11-26T09:04:42.491" v="4063"/>
        <pc:sldMkLst>
          <pc:docMk/>
          <pc:sldMk cId="218801437" sldId="383"/>
        </pc:sldMkLst>
      </pc:sldChg>
      <pc:sldChg chg="addSp modSp add mod setBg modAnim">
        <pc:chgData name="Matthieu De Mari" userId="dfb708c9-d8dc-439f-9a3b-c772bf4a311c" providerId="ADAL" clId="{387C0E8C-EF1A-447F-8781-A84BE832AD69}" dt="2024-11-26T09:05:34.090" v="4114"/>
        <pc:sldMkLst>
          <pc:docMk/>
          <pc:sldMk cId="2852495851" sldId="384"/>
        </pc:sldMkLst>
      </pc:sldChg>
      <pc:sldChg chg="addSp modSp add mod setBg modAnim">
        <pc:chgData name="Matthieu De Mari" userId="dfb708c9-d8dc-439f-9a3b-c772bf4a311c" providerId="ADAL" clId="{387C0E8C-EF1A-447F-8781-A84BE832AD69}" dt="2024-11-26T09:05:35.360" v="4123"/>
        <pc:sldMkLst>
          <pc:docMk/>
          <pc:sldMk cId="4046490006" sldId="385"/>
        </pc:sldMkLst>
      </pc:sldChg>
      <pc:sldChg chg="modSp add mod modClrScheme chgLayout">
        <pc:chgData name="Matthieu De Mari" userId="dfb708c9-d8dc-439f-9a3b-c772bf4a311c" providerId="ADAL" clId="{387C0E8C-EF1A-447F-8781-A84BE832AD69}" dt="2024-11-26T09:08:24.843" v="4523" actId="1076"/>
        <pc:sldMkLst>
          <pc:docMk/>
          <pc:sldMk cId="2033612700" sldId="415"/>
        </pc:sldMkLst>
      </pc:sldChg>
      <pc:sldChg chg="modSp add mod">
        <pc:chgData name="Matthieu De Mari" userId="dfb708c9-d8dc-439f-9a3b-c772bf4a311c" providerId="ADAL" clId="{387C0E8C-EF1A-447F-8781-A84BE832AD69}" dt="2024-11-26T09:07:58.601" v="4517" actId="20577"/>
        <pc:sldMkLst>
          <pc:docMk/>
          <pc:sldMk cId="109241041" sldId="416"/>
        </pc:sldMkLst>
      </pc:sldChg>
      <pc:sldChg chg="addSp delSp modSp new mod modClrScheme chgLayout">
        <pc:chgData name="Matthieu De Mari" userId="dfb708c9-d8dc-439f-9a3b-c772bf4a311c" providerId="ADAL" clId="{387C0E8C-EF1A-447F-8781-A84BE832AD69}" dt="2024-11-26T09:13:22.700" v="4644" actId="14100"/>
        <pc:sldMkLst>
          <pc:docMk/>
          <pc:sldMk cId="1518147013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7B3DD-6082-4738-96C2-BB2A413A5554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035C4-AB07-4F24-98EB-C2394E048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88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A60C-EE25-A8CF-6F59-829B49581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1E2FD-52F6-0875-40A8-EB61AD2AC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B3C8B-38AB-D6EA-FB69-D4728C0B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05DD1-133B-B582-2901-C4AB5E39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68D5-2975-E882-0271-09C1C6A7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58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17E6-278C-6C41-8A93-1AC2318C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F125-AD0E-D12B-EFBB-D02EC726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97A6-DE7A-A68C-4589-8F00EA19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C6AC9-9752-6A60-10B9-73FE864C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F603D-4D99-DFA7-E191-EA6A1BAF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99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0E4A-DCB0-C744-8000-D7691C54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34BA3-DDB3-5C56-589C-9916E2721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97796-3B5C-DB56-3BB0-4A6351A5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1682-0B22-19DE-FD71-127836AA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8AF93-8984-ECCC-FD5A-BAC1E420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66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C4F1-9987-9DE8-7A7A-A9CC34BE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9BD8-E3FD-C944-30BE-C7D4312FA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8E99F-2A66-95EA-F321-647071DC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B1016-9823-80C1-1E67-FD551DDA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C7A91-B647-4409-4EA8-66482831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B1BBC-179B-B9DC-3020-BF2CCB21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66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EA9-CB90-F7F4-AC0E-B399EE82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FC9BC-D2E9-E5A5-2A9E-2F4BEED1C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4CEDE-03F0-8372-8D91-746863BBF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531F5-D099-E7A2-F2A9-12BF29E5E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1A540-0D22-B418-7736-F25FB006C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8F33A-5366-1013-12CF-312E836C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D2E5-7076-1F7A-0C76-3C97C624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80217-01C9-E4D0-82D2-20C6A038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6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7A09-AAA9-399B-C34C-0F970CFE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2B6C2-6CAD-4AEB-24FF-104E0641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E902F-A4CF-1DFE-51FA-725C4B13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585D1-51EF-C0B3-4E29-27E5A07C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75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60635-0404-4290-AFCC-9AE3CD7A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1184F-31A4-B651-EB88-1F766674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BA591-2773-394F-38E2-FC01148E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90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1321-CA27-EC89-8072-82008726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B041-C41E-468C-2AA4-738A2D13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88780-9DE3-23DF-F822-EA46220F4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7873C-017A-D225-7C56-2397A2B9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5E728-27B3-F36B-F357-C3152C10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CFAB5-2D71-4F4D-7A9A-882A143C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59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C34E-3433-24CE-B592-724F0E90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BCB6A-0A84-78EA-77D5-A25D16DD6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0EF98-9D99-ABCF-F317-374F58130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57BC5-65D8-5FD4-69A5-800A2172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5415-83C8-F2EB-F5AC-3ED1DF80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B2912-A193-26F3-269E-6480DFE2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61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C3AD-8FD8-1034-7D9E-6E35268E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39FBB-BC60-DD23-43CC-D381C10BD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3892-16E0-0E4F-BA34-E92BC0A3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C8FED-514E-613C-E65E-5FBFAF5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BF265-5309-5818-6CA8-B629904A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14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91B9C-68E1-1D3B-DE98-BF6A8F2D4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8A943-28F4-A0A7-59C6-7BA6BAD6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AE39-6EE1-5368-FEE4-E2F21F9D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4A50A-EF33-A9D3-FFB6-2D734035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C3042-EBA9-7756-BC92-EB5BFA85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02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67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06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5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47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4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33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95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98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81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0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913B2-58A5-A7A5-89EE-F915A440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FCB2-3B88-147E-1B3E-F9FCE8586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1C3C-2F53-2C05-9A47-690B3D0B6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59EA2-DD98-4B02-907E-187124927BD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5BB-ABB2-7B2C-001C-3C03CE324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E9A06-D38D-072C-DD4D-72E02851C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E93C8-9933-40AF-B6D2-D31FDECBBF47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51B83-E5FE-0AEE-81E5-0984C3CB78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6350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B4765-66E1-FF9F-71F1-650BD8F3C5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116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82836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python.org/3/library/pathlib.html#reading-and-writing-files" TargetMode="Externa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1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5.png"/><Relationship Id="rId5" Type="http://schemas.openxmlformats.org/officeDocument/2006/relationships/tags" Target="../tags/tag6.xml"/><Relationship Id="rId10" Type="http://schemas.openxmlformats.org/officeDocument/2006/relationships/image" Target="../media/image14.svg"/><Relationship Id="rId4" Type="http://schemas.openxmlformats.org/officeDocument/2006/relationships/tags" Target="../tags/tag5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7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6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5.png"/><Relationship Id="rId5" Type="http://schemas.openxmlformats.org/officeDocument/2006/relationships/tags" Target="../tags/tag13.xml"/><Relationship Id="rId10" Type="http://schemas.openxmlformats.org/officeDocument/2006/relationships/image" Target="../media/image14.svg"/><Relationship Id="rId4" Type="http://schemas.openxmlformats.org/officeDocument/2006/relationships/tags" Target="../tags/tag12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14</a:t>
            </a:r>
            <a:br>
              <a:rPr lang="en-US" dirty="0"/>
            </a:br>
            <a:r>
              <a:rPr lang="en-US" dirty="0"/>
              <a:t>Text files handling and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0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14)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file handle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What are </a:t>
            </a:r>
            <a:r>
              <a:rPr lang="en-US" b="1" dirty="0"/>
              <a:t>opening modes </a:t>
            </a:r>
            <a:r>
              <a:rPr lang="en-US" dirty="0"/>
              <a:t>for files?</a:t>
            </a:r>
          </a:p>
          <a:p>
            <a:r>
              <a:rPr lang="en-US" dirty="0"/>
              <a:t>How to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b="1" dirty="0"/>
              <a:t>to a text file</a:t>
            </a:r>
            <a:r>
              <a:rPr lang="en-US" dirty="0"/>
              <a:t>?</a:t>
            </a:r>
          </a:p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79252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80A1-F86E-3C0A-2DEF-0F299572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EE2B5-5EFC-9D52-7F56-81C83301E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5444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text files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text file </a:t>
            </a:r>
            <a:r>
              <a:rPr lang="en-GB" dirty="0"/>
              <a:t>is a file that contains </a:t>
            </a:r>
            <a:r>
              <a:rPr lang="en-GB" b="1" dirty="0"/>
              <a:t>text in plain string format</a:t>
            </a:r>
            <a:r>
              <a:rPr lang="en-GB" dirty="0"/>
              <a:t>. It is often saved using the</a:t>
            </a:r>
            <a:r>
              <a:rPr lang="en-GB" b="1" dirty="0"/>
              <a:t> .txt </a:t>
            </a:r>
            <a:r>
              <a:rPr lang="en-GB" dirty="0"/>
              <a:t>file  format extension.</a:t>
            </a:r>
          </a:p>
          <a:p>
            <a:pPr marL="0" indent="0">
              <a:buNone/>
            </a:pPr>
            <a:r>
              <a:rPr lang="en-GB" dirty="0"/>
              <a:t>It is possible to open and read the content of a text file using a simple notepad/text editor.</a:t>
            </a:r>
          </a:p>
          <a:p>
            <a:pPr marL="0" indent="0">
              <a:buNone/>
            </a:pPr>
            <a:r>
              <a:rPr lang="en-GB" dirty="0"/>
              <a:t>Files that cannot be read with a simple text editor, require advanced operations (e.g. docx, pdf, etc.)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1CBB8-ECF1-D8BD-DB9F-0BB74096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943" y="845343"/>
            <a:ext cx="5433268" cy="572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78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7891-3757-1845-FDAA-98454EC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5DA69-3D41-48AE-93BB-F3FB3374D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 can open a text file in Python, using the </a:t>
            </a:r>
            <a:r>
              <a:rPr lang="en-GB" b="1" dirty="0"/>
              <a:t>open</a:t>
            </a:r>
            <a:r>
              <a:rPr lang="en-GB" b="1"/>
              <a:t>() function</a:t>
            </a:r>
            <a:r>
              <a:rPr lang="en-GB"/>
              <a:t>.</a:t>
            </a:r>
            <a:endParaRPr lang="en-GB" dirty="0"/>
          </a:p>
          <a:p>
            <a:r>
              <a:rPr lang="en-GB" dirty="0"/>
              <a:t>It creates a </a:t>
            </a:r>
            <a:r>
              <a:rPr lang="en-GB" b="1" dirty="0"/>
              <a:t>file handler f</a:t>
            </a:r>
            <a:r>
              <a:rPr lang="en-GB" dirty="0"/>
              <a:t>,</a:t>
            </a:r>
          </a:p>
          <a:p>
            <a:r>
              <a:rPr lang="en-GB" dirty="0"/>
              <a:t>Using the file name specified</a:t>
            </a:r>
            <a:br>
              <a:rPr lang="en-GB" dirty="0"/>
            </a:br>
            <a:r>
              <a:rPr lang="en-GB" i="1" dirty="0"/>
              <a:t>(Here “./matrix.txt” means there should be a text file with name matrix.txt in the same location of the Python notebook/file.)</a:t>
            </a:r>
          </a:p>
          <a:p>
            <a:r>
              <a:rPr lang="en-GB" dirty="0"/>
              <a:t>Once done manipulating the file, remember to close it using the </a:t>
            </a:r>
            <a:r>
              <a:rPr lang="en-GB" b="1" dirty="0" err="1"/>
              <a:t>f.close</a:t>
            </a:r>
            <a:r>
              <a:rPr lang="en-GB" b="1" dirty="0"/>
              <a:t>() </a:t>
            </a:r>
            <a:r>
              <a:rPr lang="en-GB" dirty="0"/>
              <a:t>operation.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E2E9E-5B29-EF57-A134-6223396D3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2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7B18-1117-F757-2AC4-5A5FFA1D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3E2C-E923-F6B4-1321-6F2BE69A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6EBAF-067A-510B-DDA9-3FE22A598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f.open</a:t>
            </a:r>
            <a:r>
              <a:rPr lang="en-GB" dirty="0"/>
              <a:t>() method also expects a </a:t>
            </a:r>
            <a:r>
              <a:rPr lang="en-GB" b="1" dirty="0"/>
              <a:t>file reading/writing mode</a:t>
            </a:r>
            <a:r>
              <a:rPr lang="en-GB" dirty="0"/>
              <a:t>:</a:t>
            </a:r>
          </a:p>
          <a:p>
            <a:r>
              <a:rPr lang="en-GB" b="1" dirty="0"/>
              <a:t>Read (‘r’): </a:t>
            </a:r>
            <a:r>
              <a:rPr lang="en-GB" dirty="0"/>
              <a:t>Opens the file but only allows Python to read content.</a:t>
            </a:r>
          </a:p>
          <a:p>
            <a:r>
              <a:rPr lang="en-GB" b="1" dirty="0"/>
              <a:t>Write (‘w’): </a:t>
            </a:r>
            <a:r>
              <a:rPr lang="en-GB" dirty="0"/>
              <a:t>Opens the file but only allows Python to write content. </a:t>
            </a:r>
            <a:r>
              <a:rPr lang="en-GB" b="1" dirty="0"/>
              <a:t>Also erases the content of the file!</a:t>
            </a:r>
            <a:endParaRPr lang="en-GB" dirty="0"/>
          </a:p>
          <a:p>
            <a:r>
              <a:rPr lang="en-GB" b="1" dirty="0"/>
              <a:t>Append (‘a’): </a:t>
            </a:r>
            <a:r>
              <a:rPr lang="en-GB" dirty="0"/>
              <a:t>Opens the file but only allows Python to write content. </a:t>
            </a:r>
            <a:r>
              <a:rPr lang="en-GB" b="1" dirty="0"/>
              <a:t>Does not erase.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FFF45-F8FC-C747-8094-15BC9DC1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6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AA78-6055-F2AB-1786-DC8B943A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449E-96B7-1C15-FA6A-420985BF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061D-5276-B6A1-BAF0-7BFB8B0B0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More advanced modes exist:</a:t>
            </a:r>
          </a:p>
          <a:p>
            <a:r>
              <a:rPr lang="en-GB" b="1" dirty="0"/>
              <a:t>Read and write (‘r+’): </a:t>
            </a:r>
            <a:r>
              <a:rPr lang="en-GB" dirty="0"/>
              <a:t>Opens the file and allows all operations.</a:t>
            </a:r>
          </a:p>
          <a:p>
            <a:r>
              <a:rPr lang="en-GB" b="1" dirty="0"/>
              <a:t>Read and write (‘w+’): </a:t>
            </a:r>
            <a:r>
              <a:rPr lang="en-GB" dirty="0"/>
              <a:t>Opens the file and allows all operations. </a:t>
            </a:r>
            <a:r>
              <a:rPr lang="en-GB" b="1" dirty="0"/>
              <a:t>Erases the content of the file!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There are also additional modes for, say, binary files, but these are simply out-of-scope for CTD.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9BDB1-EA83-9EF3-B740-17FD1955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782082"/>
            <a:ext cx="5848995" cy="4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9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2DF0-C0BF-445E-01EC-7A6CE6E4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a text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3929-A50E-B9AA-08D8-A2FC8293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Another formatting for opening a text file suggests to use the </a:t>
            </a:r>
            <a:r>
              <a:rPr lang="en-GB" b="1" dirty="0">
                <a:solidFill>
                  <a:srgbClr val="00B050"/>
                </a:solidFill>
              </a:rPr>
              <a:t>with</a:t>
            </a:r>
            <a:r>
              <a:rPr lang="en-GB" dirty="0"/>
              <a:t> statement upon opening the file.</a:t>
            </a:r>
          </a:p>
          <a:p>
            <a:r>
              <a:rPr lang="en-GB" dirty="0"/>
              <a:t>It is used to indent the file input/outputs commands.</a:t>
            </a:r>
          </a:p>
          <a:p>
            <a:r>
              <a:rPr lang="en-GB" dirty="0"/>
              <a:t>Improves the readability of your code (Preferred).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8CC62-7A6B-BCB2-A0F9-EDE52616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49" y="4127305"/>
            <a:ext cx="7640902" cy="218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B19FBC-039D-692C-5865-746C851F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 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7D7EFB-7A7B-3AB6-9FF7-A11B798FD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828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Assuming the file has been opened with a valid reading mode, you can read its content with the </a:t>
            </a:r>
            <a:r>
              <a:rPr lang="en-GB" b="1" dirty="0">
                <a:solidFill>
                  <a:srgbClr val="00B050"/>
                </a:solidFill>
              </a:rPr>
              <a:t>read() </a:t>
            </a:r>
            <a:r>
              <a:rPr lang="en-GB" dirty="0"/>
              <a:t>function.</a:t>
            </a:r>
          </a:p>
          <a:p>
            <a:r>
              <a:rPr lang="en-GB" dirty="0"/>
              <a:t>It is applied to the string handle f.</a:t>
            </a:r>
          </a:p>
          <a:p>
            <a:r>
              <a:rPr lang="en-GB" dirty="0"/>
              <a:t>If no argument given, read everything in the file and store it in a string.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863A9D-483D-AD28-D5AE-E739E1CC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638" y="1984601"/>
            <a:ext cx="6546072" cy="34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3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10A0-5A6B-F334-41E4-E8E9FB15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747BF3-61FC-DCFF-E24C-B6FF3393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</a:t>
            </a:r>
            <a:br>
              <a:rPr lang="en-GB" dirty="0"/>
            </a:br>
            <a:r>
              <a:rPr lang="en-GB" dirty="0"/>
              <a:t>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74D2FB-3EAB-BE6D-A396-BDAED7BB5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582886" cy="4890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Character-wise and multiple readings with </a:t>
            </a:r>
            <a:r>
              <a:rPr lang="en-GB" b="1" dirty="0">
                <a:solidFill>
                  <a:srgbClr val="00B050"/>
                </a:solidFill>
              </a:rPr>
              <a:t>read()</a:t>
            </a:r>
            <a:r>
              <a:rPr lang="en-GB" dirty="0"/>
              <a:t>.</a:t>
            </a:r>
          </a:p>
          <a:p>
            <a:r>
              <a:rPr lang="en-GB" dirty="0"/>
              <a:t>If an argument </a:t>
            </a:r>
            <a:r>
              <a:rPr lang="en-GB" b="1" dirty="0"/>
              <a:t>n</a:t>
            </a:r>
            <a:r>
              <a:rPr lang="en-GB" dirty="0"/>
              <a:t> is given to the read() function, read </a:t>
            </a:r>
            <a:r>
              <a:rPr lang="en-GB" b="1" dirty="0"/>
              <a:t>n</a:t>
            </a:r>
            <a:r>
              <a:rPr lang="en-GB" dirty="0"/>
              <a:t> characters from the file.</a:t>
            </a:r>
          </a:p>
          <a:p>
            <a:r>
              <a:rPr lang="en-GB" dirty="0"/>
              <a:t>If successive reads, keep on reading the file, going from the position where the previous read ended.</a:t>
            </a:r>
          </a:p>
          <a:p>
            <a:r>
              <a:rPr lang="en-GB" dirty="0"/>
              <a:t>First read, begins at the first character in the 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9C9DA-CEAC-6E5C-4379-D52C5B83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7" y="137822"/>
            <a:ext cx="6332949" cy="635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C914-079D-4D28-3CB2-C9AE9B5B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C5B10-95E8-4E8A-F992-F64DA9D6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file with </a:t>
            </a:r>
            <a:r>
              <a:rPr lang="en-GB" b="1" dirty="0" err="1">
                <a:solidFill>
                  <a:srgbClr val="00B050"/>
                </a:solidFill>
              </a:rPr>
              <a:t>readlines</a:t>
            </a:r>
            <a:r>
              <a:rPr lang="en-GB" b="1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2C0AAF-90DA-EE53-C01D-D070DD3C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also possible to read all lines at once with </a:t>
            </a:r>
            <a:r>
              <a:rPr lang="en-GB" b="1" dirty="0" err="1">
                <a:solidFill>
                  <a:srgbClr val="00B050"/>
                </a:solidFill>
              </a:rPr>
              <a:t>readlines</a:t>
            </a:r>
            <a:r>
              <a:rPr lang="en-GB" b="1" dirty="0">
                <a:solidFill>
                  <a:srgbClr val="00B050"/>
                </a:solidFill>
              </a:rPr>
              <a:t>()</a:t>
            </a:r>
            <a:r>
              <a:rPr lang="en-GB" dirty="0"/>
              <a:t>.</a:t>
            </a:r>
          </a:p>
          <a:p>
            <a:r>
              <a:rPr lang="en-GB" dirty="0"/>
              <a:t>It simply produces a list of strings, containing each line in the file.</a:t>
            </a:r>
          </a:p>
          <a:p>
            <a:r>
              <a:rPr lang="en-GB" dirty="0"/>
              <a:t>Note that each line ends with the end-of-line character \n, except for the last line. If needed, slicing or strip() string method to remove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43A22-4784-5625-F549-E979CEBE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00" y="3741354"/>
            <a:ext cx="8510400" cy="31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4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54A7B-F0D5-24B1-9F36-2A6B41E7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with a file handle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ACBD1-1D6C-737C-00EB-97886E60E4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 is possible to use a file handle as a generator in a for loop.</a:t>
            </a:r>
          </a:p>
          <a:p>
            <a:r>
              <a:rPr lang="en-GB" b="1" dirty="0"/>
              <a:t>The iteration variable will read each line, one at a time.</a:t>
            </a:r>
          </a:p>
          <a:p>
            <a:r>
              <a:rPr lang="en-GB" dirty="0"/>
              <a:t>This would be equivalent to replacing </a:t>
            </a:r>
            <a:r>
              <a:rPr lang="en-GB" b="1" dirty="0"/>
              <a:t>f</a:t>
            </a:r>
            <a:r>
              <a:rPr lang="en-GB" dirty="0"/>
              <a:t> with </a:t>
            </a:r>
            <a:r>
              <a:rPr lang="en-GB" b="1" dirty="0" err="1"/>
              <a:t>f.readlines</a:t>
            </a:r>
            <a:r>
              <a:rPr lang="en-GB" b="1" dirty="0"/>
              <a:t>() </a:t>
            </a:r>
            <a:r>
              <a:rPr lang="en-GB" dirty="0"/>
              <a:t>in the for loop definition.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796DA2-4CEE-12A5-BFB6-B97B61113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554" y="73744"/>
            <a:ext cx="4850532" cy="67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1CC7-004E-15BD-F34B-E184585B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Reminder on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split() </a:t>
            </a:r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strip()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7E0D9-FA29-69BD-944B-8EBCA9EC8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string method offered two methods that can help:</a:t>
            </a:r>
          </a:p>
          <a:p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</a:t>
            </a:r>
            <a:r>
              <a:rPr lang="en-GB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</a:rPr>
              <a:t>strip()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method removes characters at the beginning and the end of a string. When no argument is passed, it removes extra spaces and end-of-line markers </a:t>
            </a:r>
            <a:r>
              <a:rPr lang="en-GB" b="1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\n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</a:t>
            </a:r>
            <a:r>
              <a:rPr lang="en-GB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</a:rPr>
              <a:t>split()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method separates a string into a list of strings using a specified separator. When no argument is passed, it uses spaces as separators.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Refer to Lesson 4 materials if you need more details!</a:t>
            </a:r>
            <a:endParaRPr lang="en-GB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165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FC3460-7BD3-9BBA-4D56-E054931B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D5B6BD-36F8-8704-BC32-37E4AE3BC8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endParaRPr lang="en-GB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3501BC-2558-825E-7690-CD7BE1443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34482"/>
            <a:ext cx="6129124" cy="41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9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ED6A-DC88-601A-DDFD-F4102256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A77965-3391-6387-4290-4A7ADB52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AD5E6B-7C4C-873A-7E41-34F0F1DC1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write multiple lines stored in a list, at once, with the </a:t>
            </a:r>
            <a:r>
              <a:rPr lang="en-GB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function.</a:t>
            </a:r>
            <a:endParaRPr lang="en-GB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D1C15-1026-25B2-FF5D-2A0E30811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186448"/>
            <a:ext cx="6172200" cy="33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49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2FF1-6218-79B7-FA49-CFB5803D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20AED6-2A92-3EA2-D201-67283A37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to a file with </a:t>
            </a:r>
            <a:r>
              <a:rPr lang="en-GB" b="1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008ABF-51A4-1A09-B392-56F86C7E6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 assuming we have opened a file in valid write mode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strings to text files using the </a:t>
            </a:r>
            <a:r>
              <a:rPr lang="en-GB" sz="2800" b="1" i="0" u="none" strike="noStrike" baseline="0" dirty="0">
                <a:solidFill>
                  <a:srgbClr val="00AF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method.</a:t>
            </a:r>
          </a:p>
          <a:p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Successive write will start writing where the previous write stopped. Same idea as in read().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write multiple lines stored in a list, at once, with the </a:t>
            </a:r>
            <a:r>
              <a:rPr lang="en-GB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writelines</a:t>
            </a:r>
            <a:r>
              <a:rPr lang="en-GB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function.</a:t>
            </a:r>
            <a:endParaRPr lang="en-GB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E5728A-B333-6198-C96F-E7F5CD7BE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39931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Reading and writing in files can be useful for your projects if:</a:t>
            </a:r>
          </a:p>
          <a:p>
            <a:r>
              <a:rPr lang="en-GB" dirty="0"/>
              <a:t>You need a save file system (saving the progress of your user/player)</a:t>
            </a:r>
          </a:p>
          <a:p>
            <a:r>
              <a:rPr lang="en-GB" dirty="0"/>
              <a:t>You need to keep track of a leaderboard with best scores</a:t>
            </a:r>
          </a:p>
          <a:p>
            <a:r>
              <a:rPr lang="en-GB" dirty="0"/>
              <a:t>You need to centralize data somewhere and save it for future use (poor man’s database).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93009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9B4416-DD17-9FFA-F32A-96052CFE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friendly reminder</a:t>
            </a:r>
            <a:br>
              <a:rPr lang="en-GB" dirty="0"/>
            </a:br>
            <a:r>
              <a:rPr lang="en-GB" dirty="0"/>
              <a:t>to RTFM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4EA33-F971-F4C3-10B9-FD4CAD477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33257" cy="4351338"/>
          </a:xfrm>
        </p:spPr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As usual, many more operations on text files, so RTFM!: </a:t>
            </a:r>
            <a:r>
              <a:rPr lang="en-GB" dirty="0">
                <a:hlinkClick r:id="rId2"/>
              </a:rPr>
              <a:t>https://docs.python.org/3/library/pathlib.html#reading-and-writing-files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B4FF2-BCB2-1083-9354-196754E4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365125"/>
            <a:ext cx="584428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4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5AA3-A867-ABD3-BD42-2F58EA33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5CD4-C125-BF3E-C5A1-966F6671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14)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AC81A580-648C-D533-54CA-C33F5B2FC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B98-7F73-FF30-BD54-B420752C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file handle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What are </a:t>
            </a:r>
            <a:r>
              <a:rPr lang="en-US" b="1" dirty="0"/>
              <a:t>opening modes </a:t>
            </a:r>
            <a:r>
              <a:rPr lang="en-US" dirty="0"/>
              <a:t>for files?</a:t>
            </a:r>
          </a:p>
          <a:p>
            <a:r>
              <a:rPr lang="en-US" dirty="0"/>
              <a:t>How to </a:t>
            </a:r>
            <a:r>
              <a:rPr lang="en-US" b="1" dirty="0"/>
              <a:t>read</a:t>
            </a:r>
            <a:r>
              <a:rPr lang="en-US" dirty="0"/>
              <a:t> and </a:t>
            </a:r>
            <a:r>
              <a:rPr lang="en-US" b="1" dirty="0"/>
              <a:t>write</a:t>
            </a:r>
            <a:r>
              <a:rPr lang="en-US" dirty="0"/>
              <a:t>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b="1" dirty="0"/>
              <a:t>to a text file</a:t>
            </a:r>
            <a:r>
              <a:rPr lang="en-US" dirty="0"/>
              <a:t>?</a:t>
            </a:r>
          </a:p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655284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5E9426-8815-5501-356E-2B16471910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EF53BC-54FF-76AE-AF51-451DA242F2C4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056035A-AC75-D6FE-439D-D7A8B1B361D5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62BD741-713A-C92D-4244-14C895853FA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AC32F5-8F70-D2B7-FA09-7C714B2893E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292B4C-9AD4-0304-8385-ACE77673354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C14B0D-FFEB-B638-3FD4-10607D73F7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21B1A5-282A-B0A5-B96D-18FD47A0C91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E0E3347-C62B-EEE7-870D-4747A8027B1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9635FA-C685-0C20-7A0F-25F5733ED57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81ED06-309B-DEEF-D508-72242E42A73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appear in the output.txt file?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6B691F-ADCC-D88C-1E63-EDB09114C16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4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5646b7ca-8533-4d87-b1dc-bc9bafda3e35"/>
  <p:tag name="SLIDO_EVENT_UUID" val="0683b537-3be6-47c4-aee9-80fd02823e8a"/>
  <p:tag name="SLIDO_EVENT_SECTION_UUID" val="77c2e05a-d849-483d-ae04-18c479577ac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I2MTE4ODJ9"/>
  <p:tag name="SLIDO_TYPE" val="SlidoPoll"/>
  <p:tag name="SLIDO_POLL_UUID" val="48e3b3c2-65f9-474a-bec7-5a61a7e12d8e"/>
  <p:tag name="SLIDO_POLL_QUESTION_UUID" val="60d7c1fb-c799-4573-a00f-f91f277eb6b4"/>
  <p:tag name="SLIDO_TIMELINE" val="W3sic2NyZWVuIjoiUXVpekpvaW5pbmciLCJzaG93UmVzdWx0cyI6ZmFsc2UsInNob3dDb3JyZWN0QW5zd2VycyI6ZmFsc2UsInZvdGluZ0xvY2tlZCI6ZmFsc2V9LHsicG9sbFF1ZXN0aW9uVXVpZCI6IjYwZDdjMWZiLWM3OTktNDU3My1hMDBmLWY5MWYyNzdlYjZiNCIsInNob3dSZXN1bHRzIjpmYWxzZSwic2hvd0NvcnJlY3RBbnN3ZXJzIjpmYWxzZSwidm90aW5nTG9ja2VkIjpmYWxzZX0seyJwb2xsUXVlc3Rpb25VdWlkIjoiNjBkN2MxZmItYzc5OS00NTczLWEwMGYtZjkxZjI3N2ViNmI0Iiwic2hvd1Jlc3VsdHMiOnRydWUsInNob3dDb3JyZWN0QW5zd2VycyI6ZmFsc2UsInZvdGluZ0xvY2tlZCI6dHJ1ZX0seyJwb2xsUXVlc3Rpb25VdWlkIjoiNjBkN2MxZmItYzc5OS00NTczLWEwMGYtZjkxZjI3N2ViNmI0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I2MTE5MzN9"/>
  <p:tag name="SLIDO_TYPE" val="SlidoPoll"/>
  <p:tag name="SLIDO_POLL_UUID" val="48e3b3c2-65f9-474a-bec7-5a61a7e12d8e"/>
  <p:tag name="SLIDO_POLL_QUESTION_UUID" val="74944151-30f5-4254-bfc5-3854bf3c7cc0"/>
  <p:tag name="SLIDO_TIMELINE" val="W3sicG9sbFF1ZXN0aW9uVXVpZCI6Ijc0OTQ0MTUxLTMwZjUtNDI1NC1iZmM1LTM4NTRiZjNjN2NjMCIsInNob3dSZXN1bHRzIjpmYWxzZSwic2hvd0NvcnJlY3RBbnN3ZXJzIjpmYWxzZSwidm90aW5nTG9ja2VkIjpmYWxzZX0seyJwb2xsUXVlc3Rpb25VdWlkIjoiNzQ5NDQxNTEtMzBmNS00MjU0LWJmYzUtMzg1NGJmM2M3Y2MwIiwic2hvd1Jlc3VsdHMiOnRydWUsInNob3dDb3JyZWN0QW5zd2VycyI6ZmFsc2UsInZvdGluZ0xvY2tlZCI6dHJ1ZX0seyJwb2xsUXVlc3Rpb25VdWlkIjoiNzQ5NDQxNTEtMzBmNS00MjU0LWJmYzUtMzg1NGJmM2M3Y2MwIiwic2hvd1Jlc3VsdHMiOnRydWUsInNob3dDb3JyZWN0QW5zd2VycyI6dHJ1ZSwidm90aW5nTG9ja2VkIjp0cnVlfSx7InNjcmVlbiI6IlF1aXpMZWFkZXJib2FyZCIsInBvbGxRdWVzdGlvblV1aWQiOiIyNGFiN2JmZi1mYWY0LTRiZTEtYjJkZS1iYTRkMTFiYTExMTUiLCJzaG93UmVzdWx0cyI6dHJ1ZSwic2hvd0NvcnJlY3RBbnN3ZXJzIjp0cnVlLCJ2b3RpbmdMb2NrZWQiOnRydWV9XQ=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1109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A gamified introduction to Python Programming  Lecture 14 Text files handling and processing</vt:lpstr>
      <vt:lpstr>Outline (Chapter 14)</vt:lpstr>
      <vt:lpstr>Text files</vt:lpstr>
      <vt:lpstr>Opening a text file in Python</vt:lpstr>
      <vt:lpstr>Opening a text file in Python</vt:lpstr>
      <vt:lpstr>Opening a text file in Python</vt:lpstr>
      <vt:lpstr>Open a text file in Python</vt:lpstr>
      <vt:lpstr>Reading a file with read()</vt:lpstr>
      <vt:lpstr>Reading a file with read()</vt:lpstr>
      <vt:lpstr>Reading a file with readlines()</vt:lpstr>
      <vt:lpstr>For loop with a file handle</vt:lpstr>
      <vt:lpstr>Reminder on split() and strip()</vt:lpstr>
      <vt:lpstr>Writing to a file with write()</vt:lpstr>
      <vt:lpstr>Writing to a file with writelines()</vt:lpstr>
      <vt:lpstr>Writing to a file with writelines()</vt:lpstr>
      <vt:lpstr>A friendly reminder to RTFM</vt:lpstr>
      <vt:lpstr>Conclusion (Chapter 14)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DE MARI</dc:creator>
  <cp:lastModifiedBy>Matthieu DE MARI</cp:lastModifiedBy>
  <cp:revision>6</cp:revision>
  <dcterms:created xsi:type="dcterms:W3CDTF">2024-11-26T03:57:50Z</dcterms:created>
  <dcterms:modified xsi:type="dcterms:W3CDTF">2025-08-29T07:42:46Z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2024-11-26T03:57:57Z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16c0f958-6738-4b8c-a814-1d5633b997a2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