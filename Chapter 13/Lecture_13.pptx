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88" r:id="rId2"/>
    <p:sldId id="389" r:id="rId3"/>
    <p:sldId id="318" r:id="rId4"/>
    <p:sldId id="370" r:id="rId5"/>
    <p:sldId id="313" r:id="rId6"/>
    <p:sldId id="314" r:id="rId7"/>
    <p:sldId id="315" r:id="rId8"/>
    <p:sldId id="319" r:id="rId9"/>
    <p:sldId id="320" r:id="rId10"/>
    <p:sldId id="322" r:id="rId11"/>
    <p:sldId id="327" r:id="rId12"/>
    <p:sldId id="329" r:id="rId13"/>
    <p:sldId id="330" r:id="rId14"/>
    <p:sldId id="368" r:id="rId15"/>
    <p:sldId id="390" r:id="rId16"/>
    <p:sldId id="391" r:id="rId17"/>
  </p:sldIdLst>
  <p:sldSz cx="12192000" cy="6858000"/>
  <p:notesSz cx="6858000" cy="9144000"/>
  <p:custDataLst>
    <p:tags r:id="rId19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1BF0B2F-DB36-44CE-8114-D60DFF170E92}">
          <p14:sldIdLst>
            <p14:sldId id="388"/>
            <p14:sldId id="389"/>
          </p14:sldIdLst>
        </p14:section>
        <p14:section name="3. About the import procedure" id="{8D2D9305-67B4-4A16-89F1-5DB252E34299}">
          <p14:sldIdLst>
            <p14:sldId id="318"/>
            <p14:sldId id="370"/>
            <p14:sldId id="313"/>
            <p14:sldId id="314"/>
            <p14:sldId id="315"/>
            <p14:sldId id="319"/>
            <p14:sldId id="320"/>
            <p14:sldId id="322"/>
          </p14:sldIdLst>
        </p14:section>
        <p14:section name="4. Project organizing" id="{0FEEFAC6-63C8-4223-AB58-207D6D26975A}">
          <p14:sldIdLst>
            <p14:sldId id="327"/>
            <p14:sldId id="329"/>
            <p14:sldId id="330"/>
            <p14:sldId id="368"/>
          </p14:sldIdLst>
        </p14:section>
        <p14:section name="Conclusion" id="{8FC5B4E0-8B82-44CE-8E2E-949C5DB81C7E}">
          <p14:sldIdLst>
            <p14:sldId id="390"/>
            <p14:sldId id="3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7AE3EF5B-308E-4B86-8AD1-0F56E8927178}"/>
    <pc:docChg chg="modSld">
      <pc:chgData name="Matthieu De Mari" userId="dfb708c9-d8dc-439f-9a3b-c772bf4a311c" providerId="ADAL" clId="{7AE3EF5B-308E-4B86-8AD1-0F56E8927178}" dt="2025-08-29T07:41:02.203" v="5" actId="20577"/>
      <pc:docMkLst>
        <pc:docMk/>
      </pc:docMkLst>
      <pc:sldChg chg="modSp mod">
        <pc:chgData name="Matthieu De Mari" userId="dfb708c9-d8dc-439f-9a3b-c772bf4a311c" providerId="ADAL" clId="{7AE3EF5B-308E-4B86-8AD1-0F56E8927178}" dt="2025-08-29T07:40:52.876" v="1" actId="20577"/>
        <pc:sldMkLst>
          <pc:docMk/>
          <pc:sldMk cId="2033612700" sldId="388"/>
        </pc:sldMkLst>
        <pc:spChg chg="mod">
          <ac:chgData name="Matthieu De Mari" userId="dfb708c9-d8dc-439f-9a3b-c772bf4a311c" providerId="ADAL" clId="{7AE3EF5B-308E-4B86-8AD1-0F56E8927178}" dt="2025-08-29T07:40:52.876" v="1" actId="20577"/>
          <ac:spMkLst>
            <pc:docMk/>
            <pc:sldMk cId="2033612700" sldId="388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7AE3EF5B-308E-4B86-8AD1-0F56E8927178}" dt="2025-08-29T07:40:55.797" v="3" actId="20577"/>
        <pc:sldMkLst>
          <pc:docMk/>
          <pc:sldMk cId="109241041" sldId="389"/>
        </pc:sldMkLst>
        <pc:spChg chg="mod">
          <ac:chgData name="Matthieu De Mari" userId="dfb708c9-d8dc-439f-9a3b-c772bf4a311c" providerId="ADAL" clId="{7AE3EF5B-308E-4B86-8AD1-0F56E8927178}" dt="2025-08-29T07:40:55.797" v="3" actId="20577"/>
          <ac:spMkLst>
            <pc:docMk/>
            <pc:sldMk cId="109241041" sldId="389"/>
            <ac:spMk id="2" creationId="{F15BC776-F489-4F89-B9D1-64DFC920472A}"/>
          </ac:spMkLst>
        </pc:spChg>
      </pc:sldChg>
      <pc:sldChg chg="modSp mod">
        <pc:chgData name="Matthieu De Mari" userId="dfb708c9-d8dc-439f-9a3b-c772bf4a311c" providerId="ADAL" clId="{7AE3EF5B-308E-4B86-8AD1-0F56E8927178}" dt="2025-08-29T07:41:02.203" v="5" actId="20577"/>
        <pc:sldMkLst>
          <pc:docMk/>
          <pc:sldMk cId="3872143971" sldId="390"/>
        </pc:sldMkLst>
        <pc:spChg chg="mod">
          <ac:chgData name="Matthieu De Mari" userId="dfb708c9-d8dc-439f-9a3b-c772bf4a311c" providerId="ADAL" clId="{7AE3EF5B-308E-4B86-8AD1-0F56E8927178}" dt="2025-08-29T07:41:02.203" v="5" actId="20577"/>
          <ac:spMkLst>
            <pc:docMk/>
            <pc:sldMk cId="3872143971" sldId="390"/>
            <ac:spMk id="2" creationId="{F15BC776-F489-4F89-B9D1-64DFC920472A}"/>
          </ac:spMkLst>
        </pc:spChg>
      </pc:sldChg>
    </pc:docChg>
  </pc:docChgLst>
  <pc:docChgLst>
    <pc:chgData name="Matthieu De Mari" userId="dfb708c9-d8dc-439f-9a3b-c772bf4a311c" providerId="ADAL" clId="{7D4D457A-17F0-43D6-9A05-70EFD1A1EF42}"/>
    <pc:docChg chg="undo custSel delSld modSld modSection">
      <pc:chgData name="Matthieu De Mari" userId="dfb708c9-d8dc-439f-9a3b-c772bf4a311c" providerId="ADAL" clId="{7D4D457A-17F0-43D6-9A05-70EFD1A1EF42}" dt="2025-03-28T04:57:59.932" v="53" actId="20577"/>
      <pc:docMkLst>
        <pc:docMk/>
      </pc:docMkLst>
      <pc:sldChg chg="addSp delSp modSp mod">
        <pc:chgData name="Matthieu De Mari" userId="dfb708c9-d8dc-439f-9a3b-c772bf4a311c" providerId="ADAL" clId="{7D4D457A-17F0-43D6-9A05-70EFD1A1EF42}" dt="2025-03-28T04:56:51.646" v="1"/>
        <pc:sldMkLst>
          <pc:docMk/>
          <pc:sldMk cId="2413300890" sldId="314"/>
        </pc:sldMkLst>
      </pc:sldChg>
      <pc:sldChg chg="del">
        <pc:chgData name="Matthieu De Mari" userId="dfb708c9-d8dc-439f-9a3b-c772bf4a311c" providerId="ADAL" clId="{7D4D457A-17F0-43D6-9A05-70EFD1A1EF42}" dt="2025-03-28T04:57:04.614" v="2" actId="47"/>
        <pc:sldMkLst>
          <pc:docMk/>
          <pc:sldMk cId="4009394080" sldId="316"/>
        </pc:sldMkLst>
      </pc:sldChg>
      <pc:sldChg chg="modSp mod">
        <pc:chgData name="Matthieu De Mari" userId="dfb708c9-d8dc-439f-9a3b-c772bf4a311c" providerId="ADAL" clId="{7D4D457A-17F0-43D6-9A05-70EFD1A1EF42}" dt="2025-03-28T04:57:27.633" v="22" actId="20577"/>
        <pc:sldMkLst>
          <pc:docMk/>
          <pc:sldMk cId="2037448096" sldId="330"/>
        </pc:sldMkLst>
      </pc:sldChg>
      <pc:sldChg chg="modSp mod">
        <pc:chgData name="Matthieu De Mari" userId="dfb708c9-d8dc-439f-9a3b-c772bf4a311c" providerId="ADAL" clId="{7D4D457A-17F0-43D6-9A05-70EFD1A1EF42}" dt="2025-03-28T04:57:59.932" v="53" actId="20577"/>
        <pc:sldMkLst>
          <pc:docMk/>
          <pc:sldMk cId="3321389809" sldId="368"/>
        </pc:sldMkLst>
      </pc:sldChg>
    </pc:docChg>
  </pc:docChgLst>
  <pc:docChgLst>
    <pc:chgData name="Matthieu De Mari" userId="dfb708c9-d8dc-439f-9a3b-c772bf4a311c" providerId="ADAL" clId="{C8B538B8-8CF6-4232-A7C6-F38BD6869E5B}"/>
    <pc:docChg chg="undo redo custSel mod addSld delSld modSld modSection">
      <pc:chgData name="Matthieu De Mari" userId="dfb708c9-d8dc-439f-9a3b-c772bf4a311c" providerId="ADAL" clId="{C8B538B8-8CF6-4232-A7C6-F38BD6869E5B}" dt="2023-08-03T04:25:11.135" v="201" actId="47"/>
      <pc:docMkLst>
        <pc:docMk/>
      </pc:docMkLst>
      <pc:sldChg chg="modSp mod">
        <pc:chgData name="Matthieu De Mari" userId="dfb708c9-d8dc-439f-9a3b-c772bf4a311c" providerId="ADAL" clId="{C8B538B8-8CF6-4232-A7C6-F38BD6869E5B}" dt="2023-07-25T02:50:24.589" v="180" actId="20577"/>
        <pc:sldMkLst>
          <pc:docMk/>
          <pc:sldMk cId="3314370689" sldId="256"/>
        </pc:sldMkLst>
      </pc:sldChg>
      <pc:sldChg chg="modSp mod">
        <pc:chgData name="Matthieu De Mari" userId="dfb708c9-d8dc-439f-9a3b-c772bf4a311c" providerId="ADAL" clId="{C8B538B8-8CF6-4232-A7C6-F38BD6869E5B}" dt="2023-07-25T02:50:31.614" v="188" actId="20577"/>
        <pc:sldMkLst>
          <pc:docMk/>
          <pc:sldMk cId="2865792470" sldId="257"/>
        </pc:sldMkLst>
      </pc:sldChg>
      <pc:sldChg chg="del">
        <pc:chgData name="Matthieu De Mari" userId="dfb708c9-d8dc-439f-9a3b-c772bf4a311c" providerId="ADAL" clId="{C8B538B8-8CF6-4232-A7C6-F38BD6869E5B}" dt="2023-08-03T04:24:23.085" v="192" actId="47"/>
        <pc:sldMkLst>
          <pc:docMk/>
          <pc:sldMk cId="3457506896" sldId="304"/>
        </pc:sldMkLst>
      </pc:sldChg>
      <pc:sldChg chg="modSp mod">
        <pc:chgData name="Matthieu De Mari" userId="dfb708c9-d8dc-439f-9a3b-c772bf4a311c" providerId="ADAL" clId="{C8B538B8-8CF6-4232-A7C6-F38BD6869E5B}" dt="2023-08-03T04:24:43.867" v="193" actId="113"/>
        <pc:sldMkLst>
          <pc:docMk/>
          <pc:sldMk cId="783098080" sldId="307"/>
        </pc:sldMkLst>
      </pc:sldChg>
      <pc:sldChg chg="modSp mod">
        <pc:chgData name="Matthieu De Mari" userId="dfb708c9-d8dc-439f-9a3b-c772bf4a311c" providerId="ADAL" clId="{C8B538B8-8CF6-4232-A7C6-F38BD6869E5B}" dt="2023-08-03T04:24:57.638" v="200" actId="113"/>
        <pc:sldMkLst>
          <pc:docMk/>
          <pc:sldMk cId="3721987184" sldId="310"/>
        </pc:sldMkLst>
      </pc:sldChg>
      <pc:sldChg chg="del">
        <pc:chgData name="Matthieu De Mari" userId="dfb708c9-d8dc-439f-9a3b-c772bf4a311c" providerId="ADAL" clId="{C8B538B8-8CF6-4232-A7C6-F38BD6869E5B}" dt="2023-08-03T04:24:20.749" v="191" actId="47"/>
        <pc:sldMkLst>
          <pc:docMk/>
          <pc:sldMk cId="4192597380" sldId="311"/>
        </pc:sldMkLst>
      </pc:sldChg>
      <pc:sldChg chg="modSp mod">
        <pc:chgData name="Matthieu De Mari" userId="dfb708c9-d8dc-439f-9a3b-c772bf4a311c" providerId="ADAL" clId="{C8B538B8-8CF6-4232-A7C6-F38BD6869E5B}" dt="2023-08-03T04:24:16.018" v="190" actId="207"/>
        <pc:sldMkLst>
          <pc:docMk/>
          <pc:sldMk cId="3352136851" sldId="312"/>
        </pc:sldMkLst>
      </pc:sldChg>
      <pc:sldChg chg="del">
        <pc:chgData name="Matthieu De Mari" userId="dfb708c9-d8dc-439f-9a3b-c772bf4a311c" providerId="ADAL" clId="{C8B538B8-8CF6-4232-A7C6-F38BD6869E5B}" dt="2023-08-03T04:25:11.135" v="201" actId="47"/>
        <pc:sldMkLst>
          <pc:docMk/>
          <pc:sldMk cId="840025735" sldId="323"/>
        </pc:sldMkLst>
      </pc:sldChg>
      <pc:sldChg chg="addSp delSp modSp add del mod">
        <pc:chgData name="Matthieu De Mari" userId="dfb708c9-d8dc-439f-9a3b-c772bf4a311c" providerId="ADAL" clId="{C8B538B8-8CF6-4232-A7C6-F38BD6869E5B}" dt="2023-07-17T07:49:20.611" v="174" actId="47"/>
        <pc:sldMkLst>
          <pc:docMk/>
          <pc:sldMk cId="4212850336" sldId="369"/>
        </pc:sldMkLst>
      </pc:sldChg>
      <pc:sldChg chg="addSp delSp modSp add mod">
        <pc:chgData name="Matthieu De Mari" userId="dfb708c9-d8dc-439f-9a3b-c772bf4a311c" providerId="ADAL" clId="{C8B538B8-8CF6-4232-A7C6-F38BD6869E5B}" dt="2023-07-17T07:49:12.033" v="173" actId="1076"/>
        <pc:sldMkLst>
          <pc:docMk/>
          <pc:sldMk cId="869667019" sldId="370"/>
        </pc:sldMkLst>
      </pc:sldChg>
    </pc:docChg>
  </pc:docChgLst>
  <pc:docChgLst>
    <pc:chgData name="Matthieu De Mari" userId="dfb708c9-d8dc-439f-9a3b-c772bf4a311c" providerId="ADAL" clId="{81E9B007-0C2C-493E-9B93-55A62C9C1F12}"/>
    <pc:docChg chg="delSld modSld delSection modSection">
      <pc:chgData name="Matthieu De Mari" userId="dfb708c9-d8dc-439f-9a3b-c772bf4a311c" providerId="ADAL" clId="{81E9B007-0C2C-493E-9B93-55A62C9C1F12}" dt="2025-09-02T05:46:53.408" v="36" actId="47"/>
      <pc:docMkLst>
        <pc:docMk/>
      </pc:docMkLst>
      <pc:sldChg chg="del">
        <pc:chgData name="Matthieu De Mari" userId="dfb708c9-d8dc-439f-9a3b-c772bf4a311c" providerId="ADAL" clId="{81E9B007-0C2C-493E-9B93-55A62C9C1F12}" dt="2025-09-02T05:46:51.238" v="34" actId="47"/>
        <pc:sldMkLst>
          <pc:docMk/>
          <pc:sldMk cId="919125168" sldId="275"/>
        </pc:sldMkLst>
      </pc:sldChg>
      <pc:sldChg chg="del">
        <pc:chgData name="Matthieu De Mari" userId="dfb708c9-d8dc-439f-9a3b-c772bf4a311c" providerId="ADAL" clId="{81E9B007-0C2C-493E-9B93-55A62C9C1F12}" dt="2025-09-02T05:46:48.113" v="31" actId="47"/>
        <pc:sldMkLst>
          <pc:docMk/>
          <pc:sldMk cId="4070470876" sldId="282"/>
        </pc:sldMkLst>
      </pc:sldChg>
      <pc:sldChg chg="del">
        <pc:chgData name="Matthieu De Mari" userId="dfb708c9-d8dc-439f-9a3b-c772bf4a311c" providerId="ADAL" clId="{81E9B007-0C2C-493E-9B93-55A62C9C1F12}" dt="2025-09-02T05:46:48.113" v="31" actId="47"/>
        <pc:sldMkLst>
          <pc:docMk/>
          <pc:sldMk cId="933188565" sldId="285"/>
        </pc:sldMkLst>
      </pc:sldChg>
      <pc:sldChg chg="del">
        <pc:chgData name="Matthieu De Mari" userId="dfb708c9-d8dc-439f-9a3b-c772bf4a311c" providerId="ADAL" clId="{81E9B007-0C2C-493E-9B93-55A62C9C1F12}" dt="2025-09-02T05:46:48.113" v="31" actId="47"/>
        <pc:sldMkLst>
          <pc:docMk/>
          <pc:sldMk cId="2044586360" sldId="286"/>
        </pc:sldMkLst>
      </pc:sldChg>
      <pc:sldChg chg="del">
        <pc:chgData name="Matthieu De Mari" userId="dfb708c9-d8dc-439f-9a3b-c772bf4a311c" providerId="ADAL" clId="{81E9B007-0C2C-493E-9B93-55A62C9C1F12}" dt="2025-09-02T05:46:49.003" v="32" actId="47"/>
        <pc:sldMkLst>
          <pc:docMk/>
          <pc:sldMk cId="2931064447" sldId="287"/>
        </pc:sldMkLst>
      </pc:sldChg>
      <pc:sldChg chg="del">
        <pc:chgData name="Matthieu De Mari" userId="dfb708c9-d8dc-439f-9a3b-c772bf4a311c" providerId="ADAL" clId="{81E9B007-0C2C-493E-9B93-55A62C9C1F12}" dt="2025-09-02T05:46:49.003" v="32" actId="47"/>
        <pc:sldMkLst>
          <pc:docMk/>
          <pc:sldMk cId="1314008406" sldId="289"/>
        </pc:sldMkLst>
      </pc:sldChg>
      <pc:sldChg chg="del">
        <pc:chgData name="Matthieu De Mari" userId="dfb708c9-d8dc-439f-9a3b-c772bf4a311c" providerId="ADAL" clId="{81E9B007-0C2C-493E-9B93-55A62C9C1F12}" dt="2025-09-02T05:46:49.003" v="32" actId="47"/>
        <pc:sldMkLst>
          <pc:docMk/>
          <pc:sldMk cId="2709031586" sldId="290"/>
        </pc:sldMkLst>
      </pc:sldChg>
      <pc:sldChg chg="del">
        <pc:chgData name="Matthieu De Mari" userId="dfb708c9-d8dc-439f-9a3b-c772bf4a311c" providerId="ADAL" clId="{81E9B007-0C2C-493E-9B93-55A62C9C1F12}" dt="2025-09-02T05:46:49.003" v="32" actId="47"/>
        <pc:sldMkLst>
          <pc:docMk/>
          <pc:sldMk cId="119775814" sldId="291"/>
        </pc:sldMkLst>
      </pc:sldChg>
      <pc:sldChg chg="del">
        <pc:chgData name="Matthieu De Mari" userId="dfb708c9-d8dc-439f-9a3b-c772bf4a311c" providerId="ADAL" clId="{81E9B007-0C2C-493E-9B93-55A62C9C1F12}" dt="2025-09-02T05:46:49.003" v="32" actId="47"/>
        <pc:sldMkLst>
          <pc:docMk/>
          <pc:sldMk cId="3693027314" sldId="292"/>
        </pc:sldMkLst>
      </pc:sldChg>
      <pc:sldChg chg="del">
        <pc:chgData name="Matthieu De Mari" userId="dfb708c9-d8dc-439f-9a3b-c772bf4a311c" providerId="ADAL" clId="{81E9B007-0C2C-493E-9B93-55A62C9C1F12}" dt="2025-09-02T05:46:49.003" v="32" actId="47"/>
        <pc:sldMkLst>
          <pc:docMk/>
          <pc:sldMk cId="2603740654" sldId="293"/>
        </pc:sldMkLst>
      </pc:sldChg>
      <pc:sldChg chg="del">
        <pc:chgData name="Matthieu De Mari" userId="dfb708c9-d8dc-439f-9a3b-c772bf4a311c" providerId="ADAL" clId="{81E9B007-0C2C-493E-9B93-55A62C9C1F12}" dt="2025-09-02T05:46:49.003" v="32" actId="47"/>
        <pc:sldMkLst>
          <pc:docMk/>
          <pc:sldMk cId="1219497872" sldId="294"/>
        </pc:sldMkLst>
      </pc:sldChg>
      <pc:sldChg chg="del">
        <pc:chgData name="Matthieu De Mari" userId="dfb708c9-d8dc-439f-9a3b-c772bf4a311c" providerId="ADAL" clId="{81E9B007-0C2C-493E-9B93-55A62C9C1F12}" dt="2025-09-02T05:46:49.003" v="32" actId="47"/>
        <pc:sldMkLst>
          <pc:docMk/>
          <pc:sldMk cId="2778201042" sldId="295"/>
        </pc:sldMkLst>
      </pc:sldChg>
      <pc:sldChg chg="del">
        <pc:chgData name="Matthieu De Mari" userId="dfb708c9-d8dc-439f-9a3b-c772bf4a311c" providerId="ADAL" clId="{81E9B007-0C2C-493E-9B93-55A62C9C1F12}" dt="2025-09-02T05:46:49.003" v="32" actId="47"/>
        <pc:sldMkLst>
          <pc:docMk/>
          <pc:sldMk cId="492423640" sldId="297"/>
        </pc:sldMkLst>
      </pc:sldChg>
      <pc:sldChg chg="del">
        <pc:chgData name="Matthieu De Mari" userId="dfb708c9-d8dc-439f-9a3b-c772bf4a311c" providerId="ADAL" clId="{81E9B007-0C2C-493E-9B93-55A62C9C1F12}" dt="2025-09-02T05:46:49.003" v="32" actId="47"/>
        <pc:sldMkLst>
          <pc:docMk/>
          <pc:sldMk cId="3412140727" sldId="298"/>
        </pc:sldMkLst>
      </pc:sldChg>
      <pc:sldChg chg="del">
        <pc:chgData name="Matthieu De Mari" userId="dfb708c9-d8dc-439f-9a3b-c772bf4a311c" providerId="ADAL" clId="{81E9B007-0C2C-493E-9B93-55A62C9C1F12}" dt="2025-09-02T05:46:52.264" v="35" actId="47"/>
        <pc:sldMkLst>
          <pc:docMk/>
          <pc:sldMk cId="3746613880" sldId="299"/>
        </pc:sldMkLst>
      </pc:sldChg>
      <pc:sldChg chg="del">
        <pc:chgData name="Matthieu De Mari" userId="dfb708c9-d8dc-439f-9a3b-c772bf4a311c" providerId="ADAL" clId="{81E9B007-0C2C-493E-9B93-55A62C9C1F12}" dt="2025-09-02T05:46:51.238" v="34" actId="47"/>
        <pc:sldMkLst>
          <pc:docMk/>
          <pc:sldMk cId="3250447722" sldId="300"/>
        </pc:sldMkLst>
      </pc:sldChg>
      <pc:sldChg chg="del">
        <pc:chgData name="Matthieu De Mari" userId="dfb708c9-d8dc-439f-9a3b-c772bf4a311c" providerId="ADAL" clId="{81E9B007-0C2C-493E-9B93-55A62C9C1F12}" dt="2025-09-02T05:46:51.238" v="34" actId="47"/>
        <pc:sldMkLst>
          <pc:docMk/>
          <pc:sldMk cId="1282076556" sldId="301"/>
        </pc:sldMkLst>
      </pc:sldChg>
      <pc:sldChg chg="del">
        <pc:chgData name="Matthieu De Mari" userId="dfb708c9-d8dc-439f-9a3b-c772bf4a311c" providerId="ADAL" clId="{81E9B007-0C2C-493E-9B93-55A62C9C1F12}" dt="2025-09-02T05:46:51.238" v="34" actId="47"/>
        <pc:sldMkLst>
          <pc:docMk/>
          <pc:sldMk cId="143877192" sldId="302"/>
        </pc:sldMkLst>
      </pc:sldChg>
      <pc:sldChg chg="del">
        <pc:chgData name="Matthieu De Mari" userId="dfb708c9-d8dc-439f-9a3b-c772bf4a311c" providerId="ADAL" clId="{81E9B007-0C2C-493E-9B93-55A62C9C1F12}" dt="2025-09-02T05:46:51.238" v="34" actId="47"/>
        <pc:sldMkLst>
          <pc:docMk/>
          <pc:sldMk cId="162490653" sldId="303"/>
        </pc:sldMkLst>
      </pc:sldChg>
      <pc:sldChg chg="del">
        <pc:chgData name="Matthieu De Mari" userId="dfb708c9-d8dc-439f-9a3b-c772bf4a311c" providerId="ADAL" clId="{81E9B007-0C2C-493E-9B93-55A62C9C1F12}" dt="2025-09-02T05:46:53.408" v="36" actId="47"/>
        <pc:sldMkLst>
          <pc:docMk/>
          <pc:sldMk cId="3779979845" sldId="305"/>
        </pc:sldMkLst>
      </pc:sldChg>
      <pc:sldChg chg="del">
        <pc:chgData name="Matthieu De Mari" userId="dfb708c9-d8dc-439f-9a3b-c772bf4a311c" providerId="ADAL" clId="{81E9B007-0C2C-493E-9B93-55A62C9C1F12}" dt="2025-09-02T05:46:53.408" v="36" actId="47"/>
        <pc:sldMkLst>
          <pc:docMk/>
          <pc:sldMk cId="3529162106" sldId="306"/>
        </pc:sldMkLst>
      </pc:sldChg>
      <pc:sldChg chg="del">
        <pc:chgData name="Matthieu De Mari" userId="dfb708c9-d8dc-439f-9a3b-c772bf4a311c" providerId="ADAL" clId="{81E9B007-0C2C-493E-9B93-55A62C9C1F12}" dt="2025-09-02T05:46:51.238" v="34" actId="47"/>
        <pc:sldMkLst>
          <pc:docMk/>
          <pc:sldMk cId="783098080" sldId="307"/>
        </pc:sldMkLst>
      </pc:sldChg>
      <pc:sldChg chg="del">
        <pc:chgData name="Matthieu De Mari" userId="dfb708c9-d8dc-439f-9a3b-c772bf4a311c" providerId="ADAL" clId="{81E9B007-0C2C-493E-9B93-55A62C9C1F12}" dt="2025-09-02T05:46:53.408" v="36" actId="47"/>
        <pc:sldMkLst>
          <pc:docMk/>
          <pc:sldMk cId="3755665899" sldId="308"/>
        </pc:sldMkLst>
      </pc:sldChg>
      <pc:sldChg chg="del">
        <pc:chgData name="Matthieu De Mari" userId="dfb708c9-d8dc-439f-9a3b-c772bf4a311c" providerId="ADAL" clId="{81E9B007-0C2C-493E-9B93-55A62C9C1F12}" dt="2025-09-02T05:46:53.408" v="36" actId="47"/>
        <pc:sldMkLst>
          <pc:docMk/>
          <pc:sldMk cId="336539108" sldId="309"/>
        </pc:sldMkLst>
      </pc:sldChg>
      <pc:sldChg chg="del">
        <pc:chgData name="Matthieu De Mari" userId="dfb708c9-d8dc-439f-9a3b-c772bf4a311c" providerId="ADAL" clId="{81E9B007-0C2C-493E-9B93-55A62C9C1F12}" dt="2025-09-02T05:46:53.408" v="36" actId="47"/>
        <pc:sldMkLst>
          <pc:docMk/>
          <pc:sldMk cId="3721987184" sldId="310"/>
        </pc:sldMkLst>
      </pc:sldChg>
      <pc:sldChg chg="del">
        <pc:chgData name="Matthieu De Mari" userId="dfb708c9-d8dc-439f-9a3b-c772bf4a311c" providerId="ADAL" clId="{81E9B007-0C2C-493E-9B93-55A62C9C1F12}" dt="2025-09-02T05:46:51.238" v="34" actId="47"/>
        <pc:sldMkLst>
          <pc:docMk/>
          <pc:sldMk cId="3352136851" sldId="312"/>
        </pc:sldMkLst>
      </pc:sldChg>
      <pc:sldChg chg="del">
        <pc:chgData name="Matthieu De Mari" userId="dfb708c9-d8dc-439f-9a3b-c772bf4a311c" providerId="ADAL" clId="{81E9B007-0C2C-493E-9B93-55A62C9C1F12}" dt="2025-09-02T05:46:52.264" v="35" actId="47"/>
        <pc:sldMkLst>
          <pc:docMk/>
          <pc:sldMk cId="4129868664" sldId="324"/>
        </pc:sldMkLst>
      </pc:sldChg>
      <pc:sldChg chg="del">
        <pc:chgData name="Matthieu De Mari" userId="dfb708c9-d8dc-439f-9a3b-c772bf4a311c" providerId="ADAL" clId="{81E9B007-0C2C-493E-9B93-55A62C9C1F12}" dt="2025-09-02T05:46:52.264" v="35" actId="47"/>
        <pc:sldMkLst>
          <pc:docMk/>
          <pc:sldMk cId="3391807273" sldId="325"/>
        </pc:sldMkLst>
      </pc:sldChg>
      <pc:sldChg chg="del">
        <pc:chgData name="Matthieu De Mari" userId="dfb708c9-d8dc-439f-9a3b-c772bf4a311c" providerId="ADAL" clId="{81E9B007-0C2C-493E-9B93-55A62C9C1F12}" dt="2025-09-02T05:46:49.003" v="32" actId="47"/>
        <pc:sldMkLst>
          <pc:docMk/>
          <pc:sldMk cId="3595317232" sldId="367"/>
        </pc:sldMkLst>
      </pc:sldChg>
      <pc:sldChg chg="modSp mod">
        <pc:chgData name="Matthieu De Mari" userId="dfb708c9-d8dc-439f-9a3b-c772bf4a311c" providerId="ADAL" clId="{81E9B007-0C2C-493E-9B93-55A62C9C1F12}" dt="2025-09-02T05:46:24.364" v="26" actId="20577"/>
        <pc:sldMkLst>
          <pc:docMk/>
          <pc:sldMk cId="2033612700" sldId="388"/>
        </pc:sldMkLst>
        <pc:spChg chg="mod">
          <ac:chgData name="Matthieu De Mari" userId="dfb708c9-d8dc-439f-9a3b-c772bf4a311c" providerId="ADAL" clId="{81E9B007-0C2C-493E-9B93-55A62C9C1F12}" dt="2025-09-02T05:46:24.364" v="26" actId="20577"/>
          <ac:spMkLst>
            <pc:docMk/>
            <pc:sldMk cId="2033612700" sldId="388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81E9B007-0C2C-493E-9B93-55A62C9C1F12}" dt="2025-09-02T05:46:32.840" v="29" actId="6549"/>
        <pc:sldMkLst>
          <pc:docMk/>
          <pc:sldMk cId="109241041" sldId="389"/>
        </pc:sldMkLst>
        <pc:spChg chg="mod">
          <ac:chgData name="Matthieu De Mari" userId="dfb708c9-d8dc-439f-9a3b-c772bf4a311c" providerId="ADAL" clId="{81E9B007-0C2C-493E-9B93-55A62C9C1F12}" dt="2025-09-02T05:46:26.904" v="28" actId="20577"/>
          <ac:spMkLst>
            <pc:docMk/>
            <pc:sldMk cId="109241041" sldId="389"/>
            <ac:spMk id="2" creationId="{F15BC776-F489-4F89-B9D1-64DFC920472A}"/>
          </ac:spMkLst>
        </pc:spChg>
        <pc:spChg chg="mod">
          <ac:chgData name="Matthieu De Mari" userId="dfb708c9-d8dc-439f-9a3b-c772bf4a311c" providerId="ADAL" clId="{81E9B007-0C2C-493E-9B93-55A62C9C1F12}" dt="2025-09-02T05:46:32.840" v="29" actId="6549"/>
          <ac:spMkLst>
            <pc:docMk/>
            <pc:sldMk cId="109241041" sldId="389"/>
            <ac:spMk id="3" creationId="{74F85463-414E-4F5F-96DD-C1BA37CF0205}"/>
          </ac:spMkLst>
        </pc:spChg>
      </pc:sldChg>
      <pc:sldChg chg="modSp mod">
        <pc:chgData name="Matthieu De Mari" userId="dfb708c9-d8dc-439f-9a3b-c772bf4a311c" providerId="ADAL" clId="{81E9B007-0C2C-493E-9B93-55A62C9C1F12}" dt="2025-09-02T05:46:38.151" v="30" actId="6549"/>
        <pc:sldMkLst>
          <pc:docMk/>
          <pc:sldMk cId="3872143971" sldId="390"/>
        </pc:sldMkLst>
        <pc:spChg chg="mod">
          <ac:chgData name="Matthieu De Mari" userId="dfb708c9-d8dc-439f-9a3b-c772bf4a311c" providerId="ADAL" clId="{81E9B007-0C2C-493E-9B93-55A62C9C1F12}" dt="2025-09-02T05:46:38.151" v="30" actId="6549"/>
          <ac:spMkLst>
            <pc:docMk/>
            <pc:sldMk cId="3872143971" sldId="390"/>
            <ac:spMk id="3" creationId="{74F85463-414E-4F5F-96DD-C1BA37CF0205}"/>
          </ac:spMkLst>
        </pc:spChg>
      </pc:sldChg>
      <pc:sldChg chg="del">
        <pc:chgData name="Matthieu De Mari" userId="dfb708c9-d8dc-439f-9a3b-c772bf4a311c" providerId="ADAL" clId="{81E9B007-0C2C-493E-9B93-55A62C9C1F12}" dt="2025-09-02T05:46:50.169" v="33" actId="47"/>
        <pc:sldMkLst>
          <pc:docMk/>
          <pc:sldMk cId="22022836" sldId="393"/>
        </pc:sldMkLst>
      </pc:sldChg>
      <pc:sldChg chg="del">
        <pc:chgData name="Matthieu De Mari" userId="dfb708c9-d8dc-439f-9a3b-c772bf4a311c" providerId="ADAL" clId="{81E9B007-0C2C-493E-9B93-55A62C9C1F12}" dt="2025-09-02T05:46:50.169" v="33" actId="47"/>
        <pc:sldMkLst>
          <pc:docMk/>
          <pc:sldMk cId="776072836" sldId="394"/>
        </pc:sldMkLst>
      </pc:sldChg>
      <pc:sldChg chg="del">
        <pc:chgData name="Matthieu De Mari" userId="dfb708c9-d8dc-439f-9a3b-c772bf4a311c" providerId="ADAL" clId="{81E9B007-0C2C-493E-9B93-55A62C9C1F12}" dt="2025-09-02T05:46:50.169" v="33" actId="47"/>
        <pc:sldMkLst>
          <pc:docMk/>
          <pc:sldMk cId="140367832" sldId="3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2C633-D211-40C3-887C-3CBAB266044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2E642-F25B-493E-A2A1-636081A8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0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C17A-674A-4C3F-BC30-BFBA08ABE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5FC8E-927A-465A-BBB8-B7B92B3C9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EB0EA-53CB-4CDA-B75C-3E2C0A58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DCCC-6D71-4A4E-AEEE-0B2218F2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5B211-9797-446B-9E37-7716E2D7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9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D279-2F57-4FAF-AB35-92712863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AB7B-BDD2-44C6-A0D1-49B27527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F15B-13DA-414B-AA9E-312EFCEC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0AAF-93D5-4761-BABD-CA5844B6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5DF0-2325-4507-A975-10BD0ADE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6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0304-AE73-4302-87CC-24B0F632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6D78E-EC4B-4813-8A1F-F2E52F342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A979-9BB4-4289-9DB5-99722695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D1C4A-4B37-4BBF-8D8D-70C15BEC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B3E8-97FD-4D5A-9E7F-094803E1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2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79A6-32DF-4326-9558-98EBAD6F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0E257-587A-4977-8F41-AC11FABE0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FC17D-7B18-4463-8AD1-02096A762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CB84B-1E02-4B58-B40A-9406EB7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E644-3B10-48AC-B26F-53BB6C5E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4137B-E451-4550-AC5E-FDD5EF4A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5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4C46-E763-4454-A55C-4D073D79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18599-2549-42D4-AE6A-3AE6303D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F7BEA-1052-47EE-8737-373B5B8A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484B2-0AA6-4BCD-A9C2-F9C52D16B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28E02-2399-4E06-958B-7F589C232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2E8A1-B60E-4D34-8808-9610FA62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BA7C6-C3AF-4002-9A64-8ECB2CF9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D379B-4439-4262-993D-E8601E57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9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CA69B-B8CF-4606-A5D7-3544652F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260713-AF76-4836-9359-28352216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6BFC-C6C6-4391-96C0-036E3423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3CDA8-423E-4EBF-B090-31D689A9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8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F8BF8-883B-45CC-977C-3F5DE7B2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6F30B-59C0-47FD-961E-56540650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4EFC5-04B3-470E-A42E-0A939BE5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C26F-BC54-47EA-8422-7DDFC0F1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CE83-1B05-4B29-8D3C-E6D85F87F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8935-BCA0-4009-B1D3-1BA39A4F3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9C54D-351E-4CB1-A9A9-1F8DA530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79FC4-2B2A-4D94-8376-6C57104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330FF-9589-4440-AE48-2C69F5A4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5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373B-C9EC-4F6B-A67F-B51B0122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BD4C5-42CF-4F3B-BB31-69B2FEE04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BE619-7DBC-4F48-8E20-C4870284D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D82F-3C69-4C72-AC90-41D10B95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39B8B-B801-4287-A83C-8B7FBF03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7A3F8-BBC8-4F62-A0AD-2511EE0A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71A0-F864-4A74-B2F3-7FBE7720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48ACD-F019-4406-9C30-2C5A77016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A5E0-D375-4F3F-9AD5-1441B5995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C4CD-9620-4676-9662-44883209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3F1F2-AFC7-4EBE-B003-21CEE11A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82569-1D65-4E5C-BD57-29B9DC19C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6F27E-5FB9-4CAB-8A03-0B351C448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FFC07-50E2-48CF-8AA1-5F948412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5BAE-CED5-43DE-82FA-5CA17A01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DCF8A-5E6C-4D03-9E8B-B531C59F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8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1D2B0-631C-48D1-9B72-3E71AD36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3816A-C1DA-4952-B535-751DF2311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DAE84-914B-4B93-B507-4EDA527FA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D92ED-88E0-4D42-8630-3B50EDC3B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3A48-E58F-431C-822F-923321606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3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800C-4604-46C3-8534-E49641641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310"/>
            <a:ext cx="12192000" cy="3897006"/>
          </a:xfrm>
        </p:spPr>
        <p:txBody>
          <a:bodyPr>
            <a:normAutofit fontScale="90000"/>
          </a:bodyPr>
          <a:lstStyle/>
          <a:p>
            <a:r>
              <a:rPr lang="en-US" dirty="0"/>
              <a:t>A gamified introduction to</a:t>
            </a:r>
            <a:br>
              <a:rPr lang="en-US" dirty="0"/>
            </a:br>
            <a:r>
              <a:rPr lang="en-US" dirty="0"/>
              <a:t>Python Programming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 13</a:t>
            </a:r>
            <a:br>
              <a:rPr lang="en-US" dirty="0"/>
            </a:br>
            <a:r>
              <a:rPr lang="en-US" dirty="0"/>
              <a:t>Importing and Project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C5E95-F1FD-4A67-A3DE-8055EE3B6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3316"/>
            <a:ext cx="9144000" cy="1655762"/>
          </a:xfrm>
        </p:spPr>
        <p:txBody>
          <a:bodyPr/>
          <a:lstStyle/>
          <a:p>
            <a:r>
              <a:rPr lang="en-US" dirty="0"/>
              <a:t>Matthieu DE MARI – Singapore University of Technology and Design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55DB92-2D71-489C-96BD-2993BB4C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995521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1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Outline (Chapter 13)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the </a:t>
            </a:r>
            <a:r>
              <a:rPr lang="en-US" b="1" dirty="0"/>
              <a:t>import procedure </a:t>
            </a:r>
            <a:r>
              <a:rPr lang="en-US" dirty="0"/>
              <a:t>doing exactly?</a:t>
            </a:r>
          </a:p>
          <a:p>
            <a:r>
              <a:rPr lang="en-US" dirty="0"/>
              <a:t>How to organize your different codes for better </a:t>
            </a:r>
            <a:r>
              <a:rPr lang="en-US" b="1" dirty="0"/>
              <a:t>project organizing</a:t>
            </a:r>
            <a:r>
              <a:rPr lang="en-US" dirty="0"/>
              <a:t>?</a:t>
            </a:r>
          </a:p>
          <a:p>
            <a:r>
              <a:rPr lang="en-US" b="1" dirty="0"/>
              <a:t>Our first mini-project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24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F01CFD-8AFD-46B9-8E7D-E5C2BDCF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import</a:t>
            </a:r>
            <a:r>
              <a:rPr lang="en-US" dirty="0"/>
              <a:t> procedure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78A286-4E90-4B7B-9BAF-833BC72F1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929738"/>
          </a:xfrm>
        </p:spPr>
        <p:txBody>
          <a:bodyPr>
            <a:normAutofit/>
          </a:bodyPr>
          <a:lstStyle/>
          <a:p>
            <a:r>
              <a:rPr lang="en-US" dirty="0"/>
              <a:t>The import procedure is used to </a:t>
            </a:r>
            <a:r>
              <a:rPr lang="en-US" b="1" dirty="0"/>
              <a:t>import functions defined</a:t>
            </a:r>
            <a:r>
              <a:rPr lang="en-US" dirty="0"/>
              <a:t> </a:t>
            </a:r>
            <a:r>
              <a:rPr lang="en-US" b="1" dirty="0"/>
              <a:t>in</a:t>
            </a:r>
            <a:r>
              <a:rPr lang="en-US" dirty="0"/>
              <a:t> </a:t>
            </a:r>
            <a:r>
              <a:rPr lang="en-US" b="1" dirty="0"/>
              <a:t>external</a:t>
            </a:r>
            <a:r>
              <a:rPr lang="en-US" dirty="0"/>
              <a:t> </a:t>
            </a:r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files.</a:t>
            </a:r>
          </a:p>
          <a:p>
            <a:r>
              <a:rPr lang="en-US" dirty="0"/>
              <a:t>To demonstrate, we have defined a </a:t>
            </a:r>
            <a:r>
              <a:rPr lang="en-US" b="1" dirty="0"/>
              <a:t>my_code.py </a:t>
            </a:r>
            <a:r>
              <a:rPr lang="en-US" dirty="0"/>
              <a:t>file with three functions.</a:t>
            </a:r>
          </a:p>
          <a:p>
            <a:r>
              <a:rPr lang="en-US" dirty="0"/>
              <a:t>We can then import one of these functions in our Notebook, by using the </a:t>
            </a:r>
            <a:r>
              <a:rPr lang="en-US" b="1" dirty="0">
                <a:solidFill>
                  <a:srgbClr val="00B050"/>
                </a:solidFill>
              </a:rPr>
              <a:t>from</a:t>
            </a:r>
            <a:r>
              <a:rPr lang="en-US" b="1" dirty="0"/>
              <a:t> … </a:t>
            </a:r>
            <a:r>
              <a:rPr lang="en-US" b="1" dirty="0">
                <a:solidFill>
                  <a:srgbClr val="00B050"/>
                </a:solidFill>
              </a:rPr>
              <a:t>import</a:t>
            </a:r>
            <a:r>
              <a:rPr lang="en-US" b="1" dirty="0"/>
              <a:t> … </a:t>
            </a:r>
            <a:r>
              <a:rPr lang="en-US" dirty="0"/>
              <a:t>command.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D3DDA7-7B4D-4C15-8DDE-CE11F8459A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86" t="25878" r="31199" b="61632"/>
          <a:stretch/>
        </p:blipFill>
        <p:spPr>
          <a:xfrm>
            <a:off x="6713294" y="5038039"/>
            <a:ext cx="4907944" cy="159430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64A6CB-1C9A-4D2C-9E1A-BC7F105C27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730" t="7917" r="31505" b="61877"/>
          <a:stretch/>
        </p:blipFill>
        <p:spPr>
          <a:xfrm>
            <a:off x="6292060" y="690915"/>
            <a:ext cx="5750411" cy="34429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54685E-051F-47D9-ACB1-E0E94BDF789A}"/>
              </a:ext>
            </a:extLst>
          </p:cNvPr>
          <p:cNvSpPr txBox="1"/>
          <p:nvPr/>
        </p:nvSpPr>
        <p:spPr>
          <a:xfrm>
            <a:off x="7698155" y="225658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my_code.py file</a:t>
            </a:r>
            <a:endParaRPr lang="en-GB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4537F-EE4A-4337-9932-45E318A37662}"/>
              </a:ext>
            </a:extLst>
          </p:cNvPr>
          <p:cNvSpPr txBox="1"/>
          <p:nvPr/>
        </p:nvSpPr>
        <p:spPr>
          <a:xfrm>
            <a:off x="8053573" y="4576374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our notebook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894269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F01CFD-8AFD-46B9-8E7D-E5C2BDCF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import</a:t>
            </a:r>
            <a:r>
              <a:rPr lang="en-US" dirty="0"/>
              <a:t> procedure</a:t>
            </a:r>
            <a:endParaRPr lang="en-GB" dirty="0"/>
          </a:p>
        </p:txBody>
      </p:sp>
      <p:pic>
        <p:nvPicPr>
          <p:cNvPr id="18" name="Picture 17" descr="A person looking at the camera&#10;&#10;Description automatically generated">
            <a:extLst>
              <a:ext uri="{FF2B5EF4-FFF2-40B4-BE49-F238E27FC236}">
                <a16:creationId xmlns:a16="http://schemas.microsoft.com/office/drawing/2014/main" id="{63E8B2A0-B2DD-D3E1-0075-EA0416E1A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15" y="4130155"/>
            <a:ext cx="3294920" cy="2568481"/>
          </a:xfrm>
          <a:prstGeom prst="rect">
            <a:avLst/>
          </a:prstGeom>
        </p:spPr>
      </p:pic>
      <p:pic>
        <p:nvPicPr>
          <p:cNvPr id="20" name="Picture 19" descr="A person sitting in a chair&#10;&#10;Description automatically generated">
            <a:extLst>
              <a:ext uri="{FF2B5EF4-FFF2-40B4-BE49-F238E27FC236}">
                <a16:creationId xmlns:a16="http://schemas.microsoft.com/office/drawing/2014/main" id="{418B4B7D-83A4-9A98-970F-B52350D9B7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4" r="13706"/>
          <a:stretch/>
        </p:blipFill>
        <p:spPr>
          <a:xfrm>
            <a:off x="132594" y="1465044"/>
            <a:ext cx="2648635" cy="24385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459F841-8121-792F-B9FE-2EB190209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923" y="5606312"/>
            <a:ext cx="2579625" cy="58454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ABB456F-B279-2506-83DD-9525F1325636}"/>
              </a:ext>
            </a:extLst>
          </p:cNvPr>
          <p:cNvSpPr txBox="1"/>
          <p:nvPr/>
        </p:nvSpPr>
        <p:spPr>
          <a:xfrm>
            <a:off x="2894439" y="1592826"/>
            <a:ext cx="27886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Operator: Cosine function coming right up!</a:t>
            </a:r>
            <a:endParaRPr lang="en-SG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6B1EFE-05F7-6F69-C07E-9CE0E393B5F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0000"/>
          <a:stretch/>
        </p:blipFill>
        <p:spPr>
          <a:xfrm>
            <a:off x="5796255" y="1163198"/>
            <a:ext cx="6334293" cy="2740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0A2068-1AC8-E81E-AF53-26BBF53543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1211"/>
          <a:stretch/>
        </p:blipFill>
        <p:spPr>
          <a:xfrm>
            <a:off x="981648" y="4085198"/>
            <a:ext cx="6334293" cy="267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67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787BD-408C-4865-9C19-889605EF1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</a:t>
            </a:r>
            <a:r>
              <a:rPr lang="en-US" b="1" dirty="0">
                <a:solidFill>
                  <a:srgbClr val="00B050"/>
                </a:solidFill>
              </a:rPr>
              <a:t>as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D930-DFA2-4D6C-B06D-12B73C781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needed, we can </a:t>
            </a:r>
            <a:r>
              <a:rPr lang="en-US" b="1" dirty="0"/>
              <a:t>import</a:t>
            </a:r>
            <a:r>
              <a:rPr lang="en-US" dirty="0"/>
              <a:t> and </a:t>
            </a:r>
            <a:r>
              <a:rPr lang="en-US" b="1" dirty="0"/>
              <a:t>rename</a:t>
            </a:r>
            <a:r>
              <a:rPr lang="en-US" dirty="0"/>
              <a:t> a function by using the </a:t>
            </a:r>
            <a:r>
              <a:rPr lang="en-US" b="1" dirty="0">
                <a:solidFill>
                  <a:srgbClr val="00B050"/>
                </a:solidFill>
              </a:rPr>
              <a:t>as</a:t>
            </a:r>
            <a:r>
              <a:rPr lang="en-US" dirty="0"/>
              <a:t> keyword after an </a:t>
            </a:r>
            <a:r>
              <a:rPr lang="en-US" b="1" dirty="0">
                <a:solidFill>
                  <a:srgbClr val="00B050"/>
                </a:solidFill>
              </a:rPr>
              <a:t>import</a:t>
            </a:r>
            <a:r>
              <a:rPr lang="en-US" dirty="0"/>
              <a:t>.</a:t>
            </a:r>
            <a:endParaRPr lang="en-GB" dirty="0"/>
          </a:p>
          <a:p>
            <a:r>
              <a:rPr lang="en-GB" dirty="0"/>
              <a:t>The whole command then reads </a:t>
            </a:r>
            <a:r>
              <a:rPr lang="en-GB" b="1" dirty="0">
                <a:solidFill>
                  <a:srgbClr val="00B050"/>
                </a:solidFill>
              </a:rPr>
              <a:t>from</a:t>
            </a:r>
            <a:r>
              <a:rPr lang="en-GB" b="1" dirty="0"/>
              <a:t> … </a:t>
            </a:r>
            <a:r>
              <a:rPr lang="en-GB" b="1" dirty="0">
                <a:solidFill>
                  <a:srgbClr val="00B050"/>
                </a:solidFill>
              </a:rPr>
              <a:t>import</a:t>
            </a:r>
            <a:r>
              <a:rPr lang="en-GB" b="1" dirty="0"/>
              <a:t> … </a:t>
            </a:r>
            <a:r>
              <a:rPr lang="en-GB" b="1" dirty="0">
                <a:solidFill>
                  <a:srgbClr val="00B050"/>
                </a:solidFill>
              </a:rPr>
              <a:t>as</a:t>
            </a:r>
            <a:r>
              <a:rPr lang="en-GB" b="1" dirty="0"/>
              <a:t> …</a:t>
            </a:r>
          </a:p>
          <a:p>
            <a:endParaRPr lang="en-GB" b="1" dirty="0"/>
          </a:p>
          <a:p>
            <a:r>
              <a:rPr lang="en-GB" b="1" dirty="0"/>
              <a:t>Note: </a:t>
            </a:r>
            <a:r>
              <a:rPr lang="en-GB" dirty="0"/>
              <a:t>if you rename the function, its calling name changes to the alias you specified.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68194-35C5-4515-9F5D-AD370A6C43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730" t="7917" r="31505" b="61877"/>
          <a:stretch/>
        </p:blipFill>
        <p:spPr>
          <a:xfrm>
            <a:off x="6292060" y="690915"/>
            <a:ext cx="5750411" cy="34429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71AF9C-F940-4E2A-8340-6EAA769532B1}"/>
              </a:ext>
            </a:extLst>
          </p:cNvPr>
          <p:cNvSpPr txBox="1"/>
          <p:nvPr/>
        </p:nvSpPr>
        <p:spPr>
          <a:xfrm>
            <a:off x="7698155" y="225658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my_code.py file</a:t>
            </a:r>
            <a:endParaRPr lang="en-GB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E43EEF-20FE-430B-B0B1-EC81CA09A0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859" t="40410" r="18141" b="25810"/>
          <a:stretch/>
        </p:blipFill>
        <p:spPr>
          <a:xfrm>
            <a:off x="6292060" y="4305044"/>
            <a:ext cx="5833250" cy="246308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7EC85B-95B9-4E60-A08A-4F729C5070E6}"/>
              </a:ext>
            </a:extLst>
          </p:cNvPr>
          <p:cNvSpPr txBox="1"/>
          <p:nvPr/>
        </p:nvSpPr>
        <p:spPr>
          <a:xfrm rot="16200000">
            <a:off x="5017082" y="5342560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our notebook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278970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C029-6081-4458-B48B-6C188B67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several</a:t>
            </a:r>
            <a:br>
              <a:rPr lang="en-US" dirty="0"/>
            </a:br>
            <a:r>
              <a:rPr lang="en-US" dirty="0"/>
              <a:t>functions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7AB2FA-74E2-451E-A508-483FE20A67D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9503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If needed, you can import </a:t>
                </a:r>
                <a:r>
                  <a:rPr lang="en-US" b="1" dirty="0"/>
                  <a:t>multiple</a:t>
                </a:r>
                <a:r>
                  <a:rPr lang="en-US" dirty="0"/>
                  <a:t> </a:t>
                </a:r>
                <a:r>
                  <a:rPr lang="en-US" b="1" dirty="0"/>
                  <a:t>functions at once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Simply use </a:t>
                </a:r>
                <a:r>
                  <a:rPr lang="en-US" b="1" dirty="0"/>
                  <a:t>commas</a:t>
                </a:r>
                <a:r>
                  <a:rPr lang="en-US" dirty="0"/>
                  <a:t> </a:t>
                </a:r>
                <a:r>
                  <a:rPr lang="en-US" b="1" dirty="0"/>
                  <a:t>(</a:t>
                </a:r>
                <a:r>
                  <a:rPr lang="en-US" b="1" dirty="0">
                    <a:solidFill>
                      <a:srgbClr val="00B050"/>
                    </a:solidFill>
                  </a:rPr>
                  <a:t>,</a:t>
                </a:r>
                <a:r>
                  <a:rPr lang="en-US" b="1" dirty="0"/>
                  <a:t>)</a:t>
                </a:r>
                <a:r>
                  <a:rPr lang="en-US" dirty="0"/>
                  <a:t> </a:t>
                </a:r>
                <a:r>
                  <a:rPr lang="en-US" b="1" dirty="0"/>
                  <a:t>symbols</a:t>
                </a:r>
                <a:r>
                  <a:rPr lang="en-US" dirty="0"/>
                  <a:t> to separate the different functions names.</a:t>
                </a:r>
              </a:p>
              <a:p>
                <a:r>
                  <a:rPr lang="en-US" dirty="0"/>
                  <a:t>Or, you can also </a:t>
                </a:r>
                <a:r>
                  <a:rPr lang="en-US" b="1" dirty="0"/>
                  <a:t>import all functions</a:t>
                </a:r>
                <a:r>
                  <a:rPr lang="en-US" dirty="0"/>
                  <a:t> at once, by simply entering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i="1" dirty="0"/>
                  <a:t>(This is considered malpractice, however, you should just import what you need!)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7AB2FA-74E2-451E-A508-483FE20A67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950313"/>
              </a:xfrm>
              <a:blipFill>
                <a:blip r:embed="rId2"/>
                <a:stretch>
                  <a:fillRect l="-2471" t="-19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CF6835E-B6DF-43C3-A401-ED8289CC28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795" t="32205" r="26730" b="50000"/>
          <a:stretch/>
        </p:blipFill>
        <p:spPr>
          <a:xfrm>
            <a:off x="6019800" y="4769214"/>
            <a:ext cx="5944977" cy="200672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4D2B14-C7E1-4295-802C-7965B9D7BD80}"/>
              </a:ext>
            </a:extLst>
          </p:cNvPr>
          <p:cNvSpPr txBox="1"/>
          <p:nvPr/>
        </p:nvSpPr>
        <p:spPr>
          <a:xfrm>
            <a:off x="7698155" y="225658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my_code.py file</a:t>
            </a:r>
            <a:endParaRPr lang="en-GB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4BFD6-356F-46BD-A4DD-ECE23D9D761B}"/>
              </a:ext>
            </a:extLst>
          </p:cNvPr>
          <p:cNvSpPr txBox="1"/>
          <p:nvPr/>
        </p:nvSpPr>
        <p:spPr>
          <a:xfrm>
            <a:off x="7698154" y="4307549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our notebook</a:t>
            </a:r>
            <a:endParaRPr lang="en-GB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A935B-ABDA-0824-2BDD-BC1278E569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730" t="7917" r="31505" b="61877"/>
          <a:stretch/>
        </p:blipFill>
        <p:spPr>
          <a:xfrm>
            <a:off x="6292060" y="690915"/>
            <a:ext cx="5750411" cy="34429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3300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3624-B803-4948-8535-9E9B5305A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an entire </a:t>
            </a:r>
            <a:r>
              <a:rPr lang="en-US" b="1" dirty="0">
                <a:solidFill>
                  <a:srgbClr val="00B050"/>
                </a:solidFill>
              </a:rPr>
              <a:t>module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70EFA-D4BB-43F6-9627-668955B9A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9190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can also import a whole file or library as a </a:t>
            </a:r>
            <a:r>
              <a:rPr lang="en-US" b="1" dirty="0"/>
              <a:t>module.</a:t>
            </a:r>
          </a:p>
          <a:p>
            <a:r>
              <a:rPr lang="en-US" dirty="0"/>
              <a:t>To do so, simply start with </a:t>
            </a:r>
            <a:r>
              <a:rPr lang="en-US" b="1" dirty="0">
                <a:solidFill>
                  <a:srgbClr val="00B050"/>
                </a:solidFill>
              </a:rPr>
              <a:t>import</a:t>
            </a:r>
            <a:r>
              <a:rPr lang="en-US" dirty="0"/>
              <a:t> instead of </a:t>
            </a:r>
            <a:r>
              <a:rPr lang="en-US" b="1" dirty="0">
                <a:solidFill>
                  <a:srgbClr val="00B050"/>
                </a:solidFill>
              </a:rPr>
              <a:t>from</a:t>
            </a:r>
            <a:r>
              <a:rPr lang="en-US" dirty="0"/>
              <a:t>.</a:t>
            </a:r>
          </a:p>
          <a:p>
            <a:r>
              <a:rPr lang="en-US" dirty="0"/>
              <a:t>By doing so, you import all the functions, but </a:t>
            </a:r>
            <a:r>
              <a:rPr lang="en-US" b="1" dirty="0"/>
              <a:t>they </a:t>
            </a:r>
            <a:r>
              <a:rPr lang="en-US" b="1" u="sng" dirty="0"/>
              <a:t>have to be called using the module name </a:t>
            </a:r>
            <a:r>
              <a:rPr lang="en-US" b="1" dirty="0"/>
              <a:t>and the</a:t>
            </a:r>
            <a:r>
              <a:rPr lang="en-US" dirty="0"/>
              <a:t> </a:t>
            </a:r>
            <a:r>
              <a:rPr lang="en-US" b="1" dirty="0"/>
              <a:t>dot</a:t>
            </a:r>
            <a:r>
              <a:rPr lang="en-US" dirty="0"/>
              <a:t> </a:t>
            </a:r>
            <a:r>
              <a:rPr lang="en-US" b="1" dirty="0"/>
              <a:t>operator</a:t>
            </a:r>
            <a:r>
              <a:rPr lang="en-US" dirty="0"/>
              <a:t> (</a:t>
            </a:r>
            <a:r>
              <a:rPr lang="en-US" b="1" dirty="0">
                <a:solidFill>
                  <a:srgbClr val="00B050"/>
                </a:solidFill>
              </a:rPr>
              <a:t>.</a:t>
            </a:r>
            <a:r>
              <a:rPr lang="en-US" dirty="0"/>
              <a:t>).</a:t>
            </a:r>
          </a:p>
          <a:p>
            <a:r>
              <a:rPr lang="en-US" dirty="0"/>
              <a:t>This can make the code more readable, but is also a bit more inconvenient (your choice!).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A45B22-F888-4ECA-82B5-4FC09BD390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92" t="7917" r="31090" b="68410"/>
          <a:stretch/>
        </p:blipFill>
        <p:spPr>
          <a:xfrm>
            <a:off x="7205784" y="1338996"/>
            <a:ext cx="4829908" cy="220317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B9D81F-6601-4E0E-BB16-ABB1C3937520}"/>
              </a:ext>
            </a:extLst>
          </p:cNvPr>
          <p:cNvSpPr txBox="1"/>
          <p:nvPr/>
        </p:nvSpPr>
        <p:spPr>
          <a:xfrm>
            <a:off x="8253046" y="877331"/>
            <a:ext cx="2735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more_code.py file</a:t>
            </a:r>
            <a:endParaRPr lang="en-GB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D3E5A1-D603-45EC-85E6-20F24DA959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474" t="28307" r="18141" b="36901"/>
          <a:stretch/>
        </p:blipFill>
        <p:spPr>
          <a:xfrm>
            <a:off x="6096000" y="4185413"/>
            <a:ext cx="5995783" cy="256803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C3CD6F-0984-4E9E-B0EB-C12DB16E1345}"/>
              </a:ext>
            </a:extLst>
          </p:cNvPr>
          <p:cNvSpPr txBox="1"/>
          <p:nvPr/>
        </p:nvSpPr>
        <p:spPr>
          <a:xfrm>
            <a:off x="7980199" y="3723748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our notebook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85819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3624-B803-4948-8535-9E9B5305A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an entire </a:t>
            </a:r>
            <a:r>
              <a:rPr lang="en-US" b="1" dirty="0">
                <a:solidFill>
                  <a:srgbClr val="00B050"/>
                </a:solidFill>
              </a:rPr>
              <a:t>module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70EFA-D4BB-43F6-9627-668955B9A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9190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can also use an alias for the module using the </a:t>
            </a:r>
            <a:r>
              <a:rPr lang="en-US" b="1" dirty="0">
                <a:solidFill>
                  <a:srgbClr val="00B050"/>
                </a:solidFill>
              </a:rPr>
              <a:t>as</a:t>
            </a:r>
            <a:r>
              <a:rPr lang="en-US" dirty="0"/>
              <a:t> keyword, as before.</a:t>
            </a:r>
          </a:p>
          <a:p>
            <a:r>
              <a:rPr lang="en-US" dirty="0"/>
              <a:t>Typically, we often do it with the </a:t>
            </a:r>
            <a:r>
              <a:rPr lang="en-US" dirty="0" err="1"/>
              <a:t>Numpy</a:t>
            </a:r>
            <a:r>
              <a:rPr lang="en-US" dirty="0"/>
              <a:t> library!</a:t>
            </a:r>
          </a:p>
          <a:p>
            <a:pPr marL="0" indent="0" algn="ctr">
              <a:buNone/>
            </a:pPr>
            <a:br>
              <a:rPr lang="en-US" dirty="0"/>
            </a:br>
            <a:r>
              <a:rPr lang="en-US" b="1" i="1" dirty="0">
                <a:solidFill>
                  <a:srgbClr val="00B050"/>
                </a:solidFill>
              </a:rPr>
              <a:t>import</a:t>
            </a:r>
            <a:r>
              <a:rPr lang="en-US" b="1" i="1" dirty="0"/>
              <a:t> </a:t>
            </a:r>
            <a:r>
              <a:rPr lang="en-US" b="1" i="1" dirty="0" err="1"/>
              <a:t>numpy</a:t>
            </a:r>
            <a:r>
              <a:rPr lang="en-US" b="1" i="1" dirty="0"/>
              <a:t> </a:t>
            </a:r>
            <a:r>
              <a:rPr lang="en-US" b="1" i="1" dirty="0">
                <a:solidFill>
                  <a:srgbClr val="00B050"/>
                </a:solidFill>
              </a:rPr>
              <a:t>as</a:t>
            </a:r>
            <a:r>
              <a:rPr lang="en-US" b="1" i="1" dirty="0"/>
              <a:t> np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A45B22-F888-4ECA-82B5-4FC09BD390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92" t="7917" r="31090" b="68410"/>
          <a:stretch/>
        </p:blipFill>
        <p:spPr>
          <a:xfrm>
            <a:off x="7205784" y="1338996"/>
            <a:ext cx="4829908" cy="220317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B9D81F-6601-4E0E-BB16-ABB1C3937520}"/>
              </a:ext>
            </a:extLst>
          </p:cNvPr>
          <p:cNvSpPr txBox="1"/>
          <p:nvPr/>
        </p:nvSpPr>
        <p:spPr>
          <a:xfrm>
            <a:off x="8253046" y="877331"/>
            <a:ext cx="2735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more_code.py file</a:t>
            </a:r>
            <a:endParaRPr lang="en-GB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3CD6F-0984-4E9E-B0EB-C12DB16E1345}"/>
              </a:ext>
            </a:extLst>
          </p:cNvPr>
          <p:cNvSpPr txBox="1"/>
          <p:nvPr/>
        </p:nvSpPr>
        <p:spPr>
          <a:xfrm>
            <a:off x="7980199" y="3723748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our notebook</a:t>
            </a:r>
            <a:endParaRPr lang="en-GB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B8FBE6-1688-40A6-B653-5DACBA315F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667" t="42174" r="33205" b="31280"/>
          <a:stretch/>
        </p:blipFill>
        <p:spPr>
          <a:xfrm>
            <a:off x="7635630" y="4184089"/>
            <a:ext cx="3126154" cy="25605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1976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1262-2610-426E-9900-604577B83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Folders to import from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57E52-BAFF-4CDD-9673-F15028A246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Observation: </a:t>
            </a:r>
            <a:r>
              <a:rPr lang="en-US" dirty="0"/>
              <a:t>Python imported functions from my_code.py, which was located in the same folder as my Notebook.</a:t>
            </a:r>
          </a:p>
          <a:p>
            <a:r>
              <a:rPr lang="en-US" b="1" dirty="0"/>
              <a:t>But there was no </a:t>
            </a:r>
            <a:r>
              <a:rPr lang="en-US" b="1" u="sng" dirty="0"/>
              <a:t>numpy.py file </a:t>
            </a:r>
            <a:r>
              <a:rPr lang="en-US" b="1" dirty="0"/>
              <a:t>in this location.</a:t>
            </a:r>
          </a:p>
          <a:p>
            <a:r>
              <a:rPr lang="en-US" b="1" dirty="0"/>
              <a:t>What happened?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A5CF3-039B-4A59-916D-E9BDD1E83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840898"/>
          </a:xfrm>
        </p:spPr>
        <p:txBody>
          <a:bodyPr>
            <a:normAutofit/>
          </a:bodyPr>
          <a:lstStyle/>
          <a:p>
            <a:r>
              <a:rPr lang="en-US" dirty="0"/>
              <a:t>Python looks for files in your current folder first,</a:t>
            </a:r>
          </a:p>
          <a:p>
            <a:r>
              <a:rPr lang="en-US" dirty="0"/>
              <a:t>And then looks in your Python installation directory.</a:t>
            </a:r>
          </a:p>
          <a:p>
            <a:endParaRPr lang="en-US" dirty="0"/>
          </a:p>
          <a:p>
            <a:r>
              <a:rPr lang="en-US" dirty="0"/>
              <a:t>When you installed the </a:t>
            </a:r>
            <a:r>
              <a:rPr lang="en-US" dirty="0" err="1"/>
              <a:t>Numpy</a:t>
            </a:r>
            <a:r>
              <a:rPr lang="en-US" dirty="0"/>
              <a:t> package with </a:t>
            </a:r>
            <a:r>
              <a:rPr lang="en-US" b="1" dirty="0">
                <a:solidFill>
                  <a:srgbClr val="00B050"/>
                </a:solidFill>
              </a:rPr>
              <a:t>pip</a:t>
            </a:r>
            <a:r>
              <a:rPr lang="en-US" dirty="0"/>
              <a:t> on Week 1, you downloaded some </a:t>
            </a:r>
            <a:r>
              <a:rPr lang="en-US" b="1" dirty="0" err="1"/>
              <a:t>numpy</a:t>
            </a:r>
            <a:r>
              <a:rPr lang="en-US" b="1" dirty="0"/>
              <a:t> files</a:t>
            </a:r>
            <a:r>
              <a:rPr lang="en-US" dirty="0"/>
              <a:t> and stored them in your Python installation folder!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0593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4644D15-E345-40E2-964E-FDD30823AE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38" t="9641" r="65546" b="27807"/>
          <a:stretch/>
        </p:blipFill>
        <p:spPr>
          <a:xfrm>
            <a:off x="6096000" y="103383"/>
            <a:ext cx="5994399" cy="6651234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0C4D963-4804-4B8C-A72E-3FECB54118FA}"/>
              </a:ext>
            </a:extLst>
          </p:cNvPr>
          <p:cNvSpPr txBox="1">
            <a:spLocks/>
          </p:cNvSpPr>
          <p:nvPr/>
        </p:nvSpPr>
        <p:spPr>
          <a:xfrm>
            <a:off x="412263" y="1952430"/>
            <a:ext cx="5181600" cy="4840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Python looks for files in your current folder first,</a:t>
            </a:r>
          </a:p>
          <a:p>
            <a:r>
              <a:rPr lang="en-US" dirty="0"/>
              <a:t>And then looks in your Python installation directory.</a:t>
            </a:r>
          </a:p>
          <a:p>
            <a:endParaRPr lang="en-US" dirty="0"/>
          </a:p>
          <a:p>
            <a:r>
              <a:rPr lang="en-US" dirty="0"/>
              <a:t>When you installed the </a:t>
            </a:r>
            <a:r>
              <a:rPr lang="en-US" dirty="0" err="1"/>
              <a:t>Numpy</a:t>
            </a:r>
            <a:r>
              <a:rPr lang="en-US" dirty="0"/>
              <a:t> package with </a:t>
            </a:r>
            <a:r>
              <a:rPr lang="en-US" b="1" dirty="0">
                <a:solidFill>
                  <a:srgbClr val="00B050"/>
                </a:solidFill>
              </a:rPr>
              <a:t>pip</a:t>
            </a:r>
            <a:r>
              <a:rPr lang="en-US" dirty="0"/>
              <a:t> on Week 1, you downloaded some </a:t>
            </a:r>
            <a:r>
              <a:rPr lang="en-US" b="1" dirty="0" err="1"/>
              <a:t>numpy</a:t>
            </a:r>
            <a:r>
              <a:rPr lang="en-US" b="1" dirty="0"/>
              <a:t> </a:t>
            </a:r>
            <a:r>
              <a:rPr lang="en-US" dirty="0"/>
              <a:t>files and stored them in your Python installation folder!</a:t>
            </a:r>
          </a:p>
          <a:p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1D29A2-2302-491F-8877-F4BDD6AC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263" y="365125"/>
            <a:ext cx="10941537" cy="1325563"/>
          </a:xfrm>
        </p:spPr>
        <p:txBody>
          <a:bodyPr/>
          <a:lstStyle/>
          <a:p>
            <a:r>
              <a:rPr lang="en-US" dirty="0"/>
              <a:t>Folders to import from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578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787E2-8503-43BE-8E35-A56B8FAC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organizing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3FF62-3090-498A-A559-939E2A34E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95863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Question: </a:t>
            </a:r>
            <a:r>
              <a:rPr lang="en-US" dirty="0"/>
              <a:t>How to organize your code/projects, when you start to have many functions working together?</a:t>
            </a:r>
          </a:p>
          <a:p>
            <a:r>
              <a:rPr lang="en-US" dirty="0"/>
              <a:t>In many projects, several developers will often collaborate on a single project.</a:t>
            </a:r>
          </a:p>
          <a:p>
            <a:r>
              <a:rPr lang="en-US" dirty="0"/>
              <a:t>And each one of them will end up working on a single aspect of the project.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AC2470-9F5C-4637-AFFB-6DC1CE93F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E.g. in a video game:</a:t>
            </a:r>
          </a:p>
          <a:p>
            <a:r>
              <a:rPr lang="en-US" dirty="0"/>
              <a:t>One developer can design the main character,</a:t>
            </a:r>
          </a:p>
          <a:p>
            <a:r>
              <a:rPr lang="en-US" dirty="0"/>
              <a:t>Another one will develop enemies,</a:t>
            </a:r>
          </a:p>
          <a:p>
            <a:r>
              <a:rPr lang="en-US" dirty="0"/>
              <a:t>Another one will develop items and weapons,</a:t>
            </a:r>
          </a:p>
          <a:p>
            <a:r>
              <a:rPr lang="en-US" dirty="0"/>
              <a:t>Another one will design the map/environment in which heroes and enemies evolve,</a:t>
            </a:r>
          </a:p>
          <a:p>
            <a:r>
              <a:rPr lang="en-US" dirty="0"/>
              <a:t>Etc.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1769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4A0D11-1B5E-4F15-BCD9-991A19C45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80" t="26405" r="57454" b="16068"/>
          <a:stretch/>
        </p:blipFill>
        <p:spPr>
          <a:xfrm>
            <a:off x="129073" y="298579"/>
            <a:ext cx="11933853" cy="626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18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C18A5-1AED-47BF-8E0E-C90CBCD8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organizing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9627A-EE82-4127-82D9-8DBDB2DA72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practice,</a:t>
            </a:r>
          </a:p>
          <a:p>
            <a:r>
              <a:rPr lang="en-US" dirty="0"/>
              <a:t>Each developer will then work on his/her own .</a:t>
            </a:r>
            <a:r>
              <a:rPr lang="en-US" dirty="0" err="1"/>
              <a:t>py</a:t>
            </a:r>
            <a:r>
              <a:rPr lang="en-US" dirty="0"/>
              <a:t> file, taking care of his/her specific subtask.</a:t>
            </a:r>
          </a:p>
          <a:p>
            <a:r>
              <a:rPr lang="en-US" dirty="0"/>
              <a:t>Later on, other developers might </a:t>
            </a:r>
            <a:r>
              <a:rPr lang="en-US" b="1" dirty="0"/>
              <a:t>import</a:t>
            </a:r>
            <a:r>
              <a:rPr lang="en-US" dirty="0"/>
              <a:t> functions from files created by other people.</a:t>
            </a:r>
          </a:p>
          <a:p>
            <a:r>
              <a:rPr lang="en-US" dirty="0"/>
              <a:t>Eventually assemble all pieces in a </a:t>
            </a:r>
            <a:r>
              <a:rPr lang="en-US" b="1" dirty="0"/>
              <a:t>main.py </a:t>
            </a:r>
            <a:r>
              <a:rPr lang="en-US" dirty="0"/>
              <a:t>file!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BB05D-D62D-4525-BCEB-1D5D231FB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US" dirty="0"/>
              <a:t>This is something very common in programming projects.</a:t>
            </a:r>
          </a:p>
          <a:p>
            <a:endParaRPr lang="en-GB" dirty="0"/>
          </a:p>
          <a:p>
            <a:r>
              <a:rPr lang="en-GB" b="1" dirty="0"/>
              <a:t>Important:</a:t>
            </a:r>
            <a:r>
              <a:rPr lang="en-GB" dirty="0"/>
              <a:t> If your code will be reused by other people, even though they have not coded it, you need to build the habit of documenting your functions!</a:t>
            </a:r>
            <a:br>
              <a:rPr lang="en-GB" dirty="0"/>
            </a:br>
            <a:r>
              <a:rPr lang="en-GB" i="1" dirty="0"/>
              <a:t>(Otherwise, they will need to read your code to understand it and they will hate you for it)</a:t>
            </a:r>
          </a:p>
        </p:txBody>
      </p:sp>
    </p:spTree>
    <p:extLst>
      <p:ext uri="{BB962C8B-B14F-4D97-AF65-F5344CB8AC3E}">
        <p14:creationId xmlns:p14="http://schemas.microsoft.com/office/powerpoint/2010/main" val="2037448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153FD87-5B3C-4376-AF54-80718459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Matt’s Great advice</a:t>
            </a:r>
          </a:p>
        </p:txBody>
      </p:sp>
      <p:pic>
        <p:nvPicPr>
          <p:cNvPr id="10" name="Picture 9" descr="A picture containing person, indoor, table, woman&#10;&#10;Description automatically generated">
            <a:extLst>
              <a:ext uri="{FF2B5EF4-FFF2-40B4-BE49-F238E27FC236}">
                <a16:creationId xmlns:a16="http://schemas.microsoft.com/office/drawing/2014/main" id="{93F7CB8F-466F-4FBF-B9B9-0DEA6FD78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456" y="2006662"/>
            <a:ext cx="5163364" cy="3872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D569D6F-BC92-40F3-82E8-2041D580BAA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4974" y="1589088"/>
                <a:ext cx="6122136" cy="5167311"/>
              </a:xfrm>
              <a:solidFill>
                <a:schemeClr val="accent5">
                  <a:lumMod val="40000"/>
                  <a:lumOff val="60000"/>
                </a:schemeClr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Matt’s Great Advice: Good import practices and project organizing.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As with the variables and functions, it is a good idea to </a:t>
                </a:r>
                <a:r>
                  <a:rPr lang="en-US" sz="2400" b="1" dirty="0"/>
                  <a:t>make your file names explicit</a:t>
                </a:r>
                <a:r>
                  <a:rPr lang="en-US" sz="24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Have </a:t>
                </a:r>
                <a:r>
                  <a:rPr lang="en-US" sz="2400" b="1" dirty="0"/>
                  <a:t>a file for each sub-concept</a:t>
                </a:r>
                <a:r>
                  <a:rPr lang="en-US" sz="2400" dirty="0"/>
                  <a:t>, and </a:t>
                </a:r>
                <a:r>
                  <a:rPr lang="en-US" sz="2400" b="1" dirty="0"/>
                  <a:t>a single main file that assembles them all</a:t>
                </a:r>
                <a:r>
                  <a:rPr lang="en-US" sz="2400" dirty="0"/>
                  <a:t> at the end.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It is often better to </a:t>
                </a:r>
                <a:r>
                  <a:rPr lang="en-US" sz="2400" b="1" dirty="0"/>
                  <a:t>import only what is needed </a:t>
                </a:r>
                <a:r>
                  <a:rPr lang="en-US" sz="2400" dirty="0"/>
                  <a:t>(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from</a:t>
                </a:r>
                <a:r>
                  <a:rPr lang="en-US" sz="2400" dirty="0"/>
                  <a:t> …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import</a:t>
                </a:r>
                <a:r>
                  <a:rPr lang="en-US" sz="2400" dirty="0"/>
                  <a:t> …) rather than importing everything which </a:t>
                </a:r>
                <a:r>
                  <a:rPr lang="en-US" sz="2400"/>
                  <a:t>is overkill.</a:t>
                </a:r>
                <a:br>
                  <a:rPr lang="en-US" sz="2400" dirty="0"/>
                </a:br>
                <a:r>
                  <a:rPr lang="en-US" sz="2400" dirty="0"/>
                  <a:t>(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from</a:t>
                </a:r>
                <a:r>
                  <a:rPr lang="en-US" sz="2400" dirty="0"/>
                  <a:t> …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import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import</a:t>
                </a:r>
                <a:r>
                  <a:rPr lang="en-US" sz="2400" dirty="0"/>
                  <a:t> …).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Comment your code! (Don’t be THAT guy).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D569D6F-BC92-40F3-82E8-2041D580B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4974" y="1589088"/>
                <a:ext cx="6122136" cy="5167311"/>
              </a:xfrm>
              <a:blipFill>
                <a:blip r:embed="rId3"/>
                <a:stretch>
                  <a:fillRect/>
                </a:stretch>
              </a:blip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389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Conclusion (</a:t>
            </a:r>
            <a:r>
              <a:rPr lang="en-US" sz="4000"/>
              <a:t>Chapter 12)</a:t>
            </a:r>
            <a:endParaRPr lang="en-US" sz="4000" dirty="0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the </a:t>
            </a:r>
            <a:r>
              <a:rPr lang="en-US" b="1" dirty="0"/>
              <a:t>import procedure </a:t>
            </a:r>
            <a:r>
              <a:rPr lang="en-US" dirty="0"/>
              <a:t>doing exactly?</a:t>
            </a:r>
          </a:p>
          <a:p>
            <a:r>
              <a:rPr lang="en-US" dirty="0"/>
              <a:t>How to organize your different codes for better </a:t>
            </a:r>
            <a:r>
              <a:rPr lang="en-US" b="1" dirty="0"/>
              <a:t>project organizing</a:t>
            </a:r>
            <a:r>
              <a:rPr lang="en-US" dirty="0"/>
              <a:t>?</a:t>
            </a:r>
          </a:p>
          <a:p>
            <a:r>
              <a:rPr lang="en-US" b="1" dirty="0"/>
              <a:t>Our first mini-project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2143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B15CB5-6E28-B9C9-D39C-5AE85C0A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move on to our first </a:t>
            </a:r>
            <a:br>
              <a:rPr lang="en-GB" dirty="0"/>
            </a:br>
            <a:r>
              <a:rPr lang="en-GB" dirty="0"/>
              <a:t>Mini-project now!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33F57-7DBB-ED92-411A-F5CC2A77D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Wait for me to explain </a:t>
            </a:r>
            <a:r>
              <a:rPr lang="en-GB"/>
              <a:t>and show you first.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8001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4.0.5919"/>
  <p:tag name="SLIDO_PRESENTATION_ID" val="f4b49e27-88ee-4989-81e9-f9e09f5337bc"/>
  <p:tag name="SLIDO_EVENT_UUID" val="543d9f5a-106e-4a45-a6b3-aac80f9ba6a8"/>
  <p:tag name="SLIDO_EVENT_SECTION_UUID" val="c963ca05-f3be-429b-ab8f-c930aca1b31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4661</TotalTime>
  <Words>882</Words>
  <Application>Microsoft Office PowerPoint</Application>
  <PresentationFormat>Widescreen</PresentationFormat>
  <Paragraphs>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A gamified introduction to Python Programming  Lecture 13 Importing and Project Management</vt:lpstr>
      <vt:lpstr>Outline (Chapter 13)</vt:lpstr>
      <vt:lpstr>The import procedure</vt:lpstr>
      <vt:lpstr>The import procedure</vt:lpstr>
      <vt:lpstr>Importing as</vt:lpstr>
      <vt:lpstr>Importing several functions</vt:lpstr>
      <vt:lpstr>Importing an entire module</vt:lpstr>
      <vt:lpstr>Importing an entire module</vt:lpstr>
      <vt:lpstr>Folders to import from</vt:lpstr>
      <vt:lpstr>Folders to import from</vt:lpstr>
      <vt:lpstr>Project organizing</vt:lpstr>
      <vt:lpstr>PowerPoint Presentation</vt:lpstr>
      <vt:lpstr>Project organizing</vt:lpstr>
      <vt:lpstr>Matt’s Great advice</vt:lpstr>
      <vt:lpstr>Conclusion (Chapter 12)</vt:lpstr>
      <vt:lpstr>Let us move on to our first  Mini-project now!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ILP 2020 – W1S1 Syllabus, eDimension, and key concepts of programming</dc:title>
  <dc:creator>Matthieu De Mari</dc:creator>
  <cp:lastModifiedBy>Matthieu DE MARI</cp:lastModifiedBy>
  <cp:revision>773</cp:revision>
  <dcterms:created xsi:type="dcterms:W3CDTF">2020-05-19T08:08:47Z</dcterms:created>
  <dcterms:modified xsi:type="dcterms:W3CDTF">2025-09-02T05:47:00Z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2023-07-17T05:26:05Z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ce67b870-508f-4e6d-9359-69e565de4275</vt:lpwstr>
  </property>
  <property fmtid="{D5CDD505-2E9C-101B-9397-08002B2CF9AE}" pid="8" name="MSIP_Label_be298231-ee28-4c9e-9ffa-238d0040efda_ContentBits">
    <vt:lpwstr>0</vt:lpwstr>
  </property>
</Properties>
</file>